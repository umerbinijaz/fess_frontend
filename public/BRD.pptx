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 id="2147483852" r:id="rId2"/>
  </p:sldMasterIdLst>
  <p:notesMasterIdLst>
    <p:notesMasterId r:id="rId20"/>
  </p:notesMasterIdLst>
  <p:sldIdLst>
    <p:sldId id="256" r:id="rId3"/>
    <p:sldId id="288" r:id="rId4"/>
    <p:sldId id="259" r:id="rId5"/>
    <p:sldId id="291" r:id="rId6"/>
    <p:sldId id="260" r:id="rId7"/>
    <p:sldId id="261" r:id="rId8"/>
    <p:sldId id="262" r:id="rId9"/>
    <p:sldId id="263" r:id="rId10"/>
    <p:sldId id="264" r:id="rId11"/>
    <p:sldId id="265" r:id="rId12"/>
    <p:sldId id="292" r:id="rId13"/>
    <p:sldId id="266" r:id="rId14"/>
    <p:sldId id="287" r:id="rId15"/>
    <p:sldId id="293" r:id="rId16"/>
    <p:sldId id="294" r:id="rId17"/>
    <p:sldId id="267" r:id="rId18"/>
    <p:sldId id="286"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B24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816" y="66"/>
      </p:cViewPr>
      <p:guideLst/>
    </p:cSldViewPr>
  </p:slideViewPr>
  <p:notesTextViewPr>
    <p:cViewPr>
      <p:scale>
        <a:sx n="1" d="1"/>
        <a:sy n="1" d="1"/>
      </p:scale>
      <p:origin x="0" y="0"/>
    </p:cViewPr>
  </p:notesTextViewPr>
  <p:sorterViewPr>
    <p:cViewPr>
      <p:scale>
        <a:sx n="100" d="100"/>
        <a:sy n="100" d="100"/>
      </p:scale>
      <p:origin x="0" y="-1096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3C3061-290C-4088-A87D-6E6BB6AAD3CD}" type="datetimeFigureOut">
              <a:rPr lang="en-US" smtClean="0"/>
              <a:t>11/11/2024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D9C81C-DF63-48D5-836F-F2C9B290744B}" type="slidenum">
              <a:rPr lang="en-US" smtClean="0"/>
              <a:t>‹#›</a:t>
            </a:fld>
            <a:endParaRPr lang="en-US"/>
          </a:p>
        </p:txBody>
      </p:sp>
    </p:spTree>
    <p:extLst>
      <p:ext uri="{BB962C8B-B14F-4D97-AF65-F5344CB8AC3E}">
        <p14:creationId xmlns:p14="http://schemas.microsoft.com/office/powerpoint/2010/main" val="1678970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7378295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11/11/2024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11/11/2024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11/11/2024</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11/11/2024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11/11/2024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11/11/2024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11/11/2024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11/11/2024</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11/11/2024</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11/11/2024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11/11/2024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289367" y="1707200"/>
            <a:ext cx="4582000" cy="2886400"/>
          </a:xfrm>
          <a:prstGeom prst="rect">
            <a:avLst/>
          </a:prstGeom>
        </p:spPr>
        <p:txBody>
          <a:bodyPr spcFirstLastPara="1" wrap="square" lIns="91425" tIns="91425" rIns="91425" bIns="91425" anchor="ctr" anchorCtr="0">
            <a:noAutofit/>
          </a:bodyPr>
          <a:lstStyle>
            <a:lvl1pPr lvl="0">
              <a:spcBef>
                <a:spcPts val="0"/>
              </a:spcBef>
              <a:spcAft>
                <a:spcPts val="0"/>
              </a:spcAft>
              <a:buSzPts val="4500"/>
              <a:buNone/>
              <a:defRPr sz="6933">
                <a:latin typeface="Fira Sans Extra Condensed SemiBold"/>
                <a:ea typeface="Fira Sans Extra Condensed SemiBold"/>
                <a:cs typeface="Fira Sans Extra Condensed SemiBold"/>
                <a:sym typeface="Fira Sans Extra Condensed SemiBold"/>
              </a:defRPr>
            </a:lvl1pPr>
            <a:lvl2pPr lvl="1" algn="r">
              <a:spcBef>
                <a:spcPts val="0"/>
              </a:spcBef>
              <a:spcAft>
                <a:spcPts val="0"/>
              </a:spcAft>
              <a:buSzPts val="4500"/>
              <a:buNone/>
              <a:defRPr sz="6000"/>
            </a:lvl2pPr>
            <a:lvl3pPr lvl="2" algn="r">
              <a:spcBef>
                <a:spcPts val="0"/>
              </a:spcBef>
              <a:spcAft>
                <a:spcPts val="0"/>
              </a:spcAft>
              <a:buSzPts val="4500"/>
              <a:buNone/>
              <a:defRPr sz="6000"/>
            </a:lvl3pPr>
            <a:lvl4pPr lvl="3" algn="r">
              <a:spcBef>
                <a:spcPts val="0"/>
              </a:spcBef>
              <a:spcAft>
                <a:spcPts val="0"/>
              </a:spcAft>
              <a:buSzPts val="4500"/>
              <a:buNone/>
              <a:defRPr sz="6000"/>
            </a:lvl4pPr>
            <a:lvl5pPr lvl="4" algn="r">
              <a:spcBef>
                <a:spcPts val="0"/>
              </a:spcBef>
              <a:spcAft>
                <a:spcPts val="0"/>
              </a:spcAft>
              <a:buSzPts val="4500"/>
              <a:buNone/>
              <a:defRPr sz="6000"/>
            </a:lvl5pPr>
            <a:lvl6pPr lvl="5" algn="r">
              <a:spcBef>
                <a:spcPts val="0"/>
              </a:spcBef>
              <a:spcAft>
                <a:spcPts val="0"/>
              </a:spcAft>
              <a:buSzPts val="4500"/>
              <a:buNone/>
              <a:defRPr sz="6000"/>
            </a:lvl6pPr>
            <a:lvl7pPr lvl="6" algn="r">
              <a:spcBef>
                <a:spcPts val="0"/>
              </a:spcBef>
              <a:spcAft>
                <a:spcPts val="0"/>
              </a:spcAft>
              <a:buSzPts val="4500"/>
              <a:buNone/>
              <a:defRPr sz="6000"/>
            </a:lvl7pPr>
            <a:lvl8pPr lvl="7" algn="r">
              <a:spcBef>
                <a:spcPts val="0"/>
              </a:spcBef>
              <a:spcAft>
                <a:spcPts val="0"/>
              </a:spcAft>
              <a:buSzPts val="4500"/>
              <a:buNone/>
              <a:defRPr sz="6000"/>
            </a:lvl8pPr>
            <a:lvl9pPr lvl="8" algn="r">
              <a:spcBef>
                <a:spcPts val="0"/>
              </a:spcBef>
              <a:spcAft>
                <a:spcPts val="0"/>
              </a:spcAft>
              <a:buSzPts val="4500"/>
              <a:buNone/>
              <a:defRPr sz="6000"/>
            </a:lvl9pPr>
          </a:lstStyle>
          <a:p>
            <a:endParaRPr/>
          </a:p>
        </p:txBody>
      </p:sp>
      <p:sp>
        <p:nvSpPr>
          <p:cNvPr id="10" name="Google Shape;10;p2"/>
          <p:cNvSpPr txBox="1">
            <a:spLocks noGrp="1"/>
          </p:cNvSpPr>
          <p:nvPr>
            <p:ph type="subTitle" idx="1"/>
          </p:nvPr>
        </p:nvSpPr>
        <p:spPr>
          <a:xfrm>
            <a:off x="6289367" y="4593600"/>
            <a:ext cx="5260400" cy="5572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500"/>
              <a:buNone/>
              <a:defRPr sz="2133"/>
            </a:lvl1pPr>
            <a:lvl2pPr lvl="1" algn="r">
              <a:lnSpc>
                <a:spcPct val="100000"/>
              </a:lnSpc>
              <a:spcBef>
                <a:spcPts val="0"/>
              </a:spcBef>
              <a:spcAft>
                <a:spcPts val="0"/>
              </a:spcAft>
              <a:buSzPts val="1500"/>
              <a:buNone/>
              <a:defRPr sz="2000"/>
            </a:lvl2pPr>
            <a:lvl3pPr lvl="2" algn="r">
              <a:lnSpc>
                <a:spcPct val="100000"/>
              </a:lnSpc>
              <a:spcBef>
                <a:spcPts val="0"/>
              </a:spcBef>
              <a:spcAft>
                <a:spcPts val="0"/>
              </a:spcAft>
              <a:buSzPts val="1500"/>
              <a:buNone/>
              <a:defRPr sz="2000"/>
            </a:lvl3pPr>
            <a:lvl4pPr lvl="3" algn="r">
              <a:lnSpc>
                <a:spcPct val="100000"/>
              </a:lnSpc>
              <a:spcBef>
                <a:spcPts val="0"/>
              </a:spcBef>
              <a:spcAft>
                <a:spcPts val="0"/>
              </a:spcAft>
              <a:buSzPts val="1500"/>
              <a:buNone/>
              <a:defRPr sz="2000"/>
            </a:lvl4pPr>
            <a:lvl5pPr lvl="4" algn="r">
              <a:lnSpc>
                <a:spcPct val="100000"/>
              </a:lnSpc>
              <a:spcBef>
                <a:spcPts val="0"/>
              </a:spcBef>
              <a:spcAft>
                <a:spcPts val="0"/>
              </a:spcAft>
              <a:buSzPts val="1500"/>
              <a:buNone/>
              <a:defRPr sz="2000"/>
            </a:lvl5pPr>
            <a:lvl6pPr lvl="5" algn="r">
              <a:lnSpc>
                <a:spcPct val="100000"/>
              </a:lnSpc>
              <a:spcBef>
                <a:spcPts val="0"/>
              </a:spcBef>
              <a:spcAft>
                <a:spcPts val="0"/>
              </a:spcAft>
              <a:buSzPts val="1500"/>
              <a:buNone/>
              <a:defRPr sz="2000"/>
            </a:lvl6pPr>
            <a:lvl7pPr lvl="6" algn="r">
              <a:lnSpc>
                <a:spcPct val="100000"/>
              </a:lnSpc>
              <a:spcBef>
                <a:spcPts val="0"/>
              </a:spcBef>
              <a:spcAft>
                <a:spcPts val="0"/>
              </a:spcAft>
              <a:buSzPts val="1500"/>
              <a:buNone/>
              <a:defRPr sz="2000"/>
            </a:lvl7pPr>
            <a:lvl8pPr lvl="7" algn="r">
              <a:lnSpc>
                <a:spcPct val="100000"/>
              </a:lnSpc>
              <a:spcBef>
                <a:spcPts val="0"/>
              </a:spcBef>
              <a:spcAft>
                <a:spcPts val="0"/>
              </a:spcAft>
              <a:buSzPts val="1500"/>
              <a:buNone/>
              <a:defRPr sz="2000"/>
            </a:lvl8pPr>
            <a:lvl9pPr lvl="8" algn="r">
              <a:lnSpc>
                <a:spcPct val="100000"/>
              </a:lnSpc>
              <a:spcBef>
                <a:spcPts val="0"/>
              </a:spcBef>
              <a:spcAft>
                <a:spcPts val="0"/>
              </a:spcAft>
              <a:buSzPts val="1500"/>
              <a:buNone/>
              <a:defRPr sz="2000"/>
            </a:lvl9pPr>
          </a:lstStyle>
          <a:p>
            <a:endParaRPr/>
          </a:p>
        </p:txBody>
      </p:sp>
    </p:spTree>
    <p:extLst>
      <p:ext uri="{BB962C8B-B14F-4D97-AF65-F5344CB8AC3E}">
        <p14:creationId xmlns:p14="http://schemas.microsoft.com/office/powerpoint/2010/main" val="18645218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3" name="Google Shape;13;p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56564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947033" y="715533"/>
            <a:ext cx="10298000" cy="641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 name="Google Shape;16;p4"/>
          <p:cNvSpPr txBox="1">
            <a:spLocks noGrp="1"/>
          </p:cNvSpPr>
          <p:nvPr>
            <p:ph type="body" idx="1"/>
          </p:nvPr>
        </p:nvSpPr>
        <p:spPr>
          <a:xfrm>
            <a:off x="947033" y="1536633"/>
            <a:ext cx="10298000" cy="46060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7" name="Google Shape;17;p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7297219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947033" y="715533"/>
            <a:ext cx="10298000" cy="641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 name="Google Shape;20;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1" name="Google Shape;21;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2" name="Google Shape;22;p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8482216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947033" y="715533"/>
            <a:ext cx="10298000" cy="641600"/>
          </a:xfrm>
          <a:prstGeom prst="rect">
            <a:avLst/>
          </a:prstGeom>
        </p:spPr>
        <p:txBody>
          <a:bodyPr spcFirstLastPara="1" wrap="square" lIns="91425" tIns="91425" rIns="91425" bIns="91425" anchor="ctr" anchorCtr="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Tree>
    <p:extLst>
      <p:ext uri="{BB962C8B-B14F-4D97-AF65-F5344CB8AC3E}">
        <p14:creationId xmlns:p14="http://schemas.microsoft.com/office/powerpoint/2010/main" val="21762073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27" name="Google Shape;27;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SzPts val="1200"/>
              <a:buChar char="●"/>
              <a:defRPr sz="1600"/>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8" name="Google Shape;28;p7"/>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0776052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1" name="Google Shape;31;p8"/>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421654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2"/>
        <p:cNvGrpSpPr/>
        <p:nvPr/>
      </p:nvGrpSpPr>
      <p:grpSpPr>
        <a:xfrm>
          <a:off x="0" y="0"/>
          <a:ext cx="0" cy="0"/>
          <a:chOff x="0" y="0"/>
          <a:chExt cx="0" cy="0"/>
        </a:xfrm>
      </p:grpSpPr>
      <p:sp>
        <p:nvSpPr>
          <p:cNvPr id="33" name="Google Shape;33;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 name="Google Shape;34;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5" name="Google Shape;35;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6" name="Google Shape;36;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37" name="Google Shape;37;p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1103126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8"/>
        <p:cNvGrpSpPr/>
        <p:nvPr/>
      </p:nvGrpSpPr>
      <p:grpSpPr>
        <a:xfrm>
          <a:off x="0" y="0"/>
          <a:ext cx="0" cy="0"/>
          <a:chOff x="0" y="0"/>
          <a:chExt cx="0" cy="0"/>
        </a:xfrm>
      </p:grpSpPr>
      <p:sp>
        <p:nvSpPr>
          <p:cNvPr id="39" name="Google Shape;39;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Autofit/>
          </a:bodyPr>
          <a:lstStyle>
            <a:lvl1pPr marL="609585" lvl="0" indent="-304792">
              <a:lnSpc>
                <a:spcPct val="100000"/>
              </a:lnSpc>
              <a:spcBef>
                <a:spcPts val="0"/>
              </a:spcBef>
              <a:spcAft>
                <a:spcPts val="0"/>
              </a:spcAft>
              <a:buSzPts val="1800"/>
              <a:buNone/>
              <a:defRPr/>
            </a:lvl1pPr>
          </a:lstStyle>
          <a:p>
            <a:endParaRPr/>
          </a:p>
        </p:txBody>
      </p:sp>
      <p:sp>
        <p:nvSpPr>
          <p:cNvPr id="40" name="Google Shape;40;p10"/>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068872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3" name="Google Shape;43;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2133"/>
              </a:spcBef>
              <a:spcAft>
                <a:spcPts val="0"/>
              </a:spcAft>
              <a:buSzPts val="1400"/>
              <a:buChar char="○"/>
              <a:defRPr/>
            </a:lvl2pPr>
            <a:lvl3pPr marL="1828754" lvl="2" indent="-423323" algn="ctr">
              <a:spcBef>
                <a:spcPts val="2133"/>
              </a:spcBef>
              <a:spcAft>
                <a:spcPts val="0"/>
              </a:spcAft>
              <a:buSzPts val="1400"/>
              <a:buChar char="■"/>
              <a:defRPr/>
            </a:lvl3pPr>
            <a:lvl4pPr marL="2438339" lvl="3" indent="-423323" algn="ctr">
              <a:spcBef>
                <a:spcPts val="2133"/>
              </a:spcBef>
              <a:spcAft>
                <a:spcPts val="0"/>
              </a:spcAft>
              <a:buSzPts val="1400"/>
              <a:buChar char="●"/>
              <a:defRPr/>
            </a:lvl4pPr>
            <a:lvl5pPr marL="3047924" lvl="4" indent="-423323" algn="ctr">
              <a:spcBef>
                <a:spcPts val="2133"/>
              </a:spcBef>
              <a:spcAft>
                <a:spcPts val="0"/>
              </a:spcAft>
              <a:buSzPts val="1400"/>
              <a:buChar char="○"/>
              <a:defRPr/>
            </a:lvl5pPr>
            <a:lvl6pPr marL="3657509" lvl="5" indent="-423323" algn="ctr">
              <a:spcBef>
                <a:spcPts val="2133"/>
              </a:spcBef>
              <a:spcAft>
                <a:spcPts val="0"/>
              </a:spcAft>
              <a:buSzPts val="1400"/>
              <a:buChar char="■"/>
              <a:defRPr/>
            </a:lvl6pPr>
            <a:lvl7pPr marL="4267093" lvl="6" indent="-423323" algn="ctr">
              <a:spcBef>
                <a:spcPts val="2133"/>
              </a:spcBef>
              <a:spcAft>
                <a:spcPts val="0"/>
              </a:spcAft>
              <a:buSzPts val="1400"/>
              <a:buChar char="●"/>
              <a:defRPr/>
            </a:lvl7pPr>
            <a:lvl8pPr marL="4876678" lvl="7" indent="-423323" algn="ctr">
              <a:spcBef>
                <a:spcPts val="2133"/>
              </a:spcBef>
              <a:spcAft>
                <a:spcPts val="0"/>
              </a:spcAft>
              <a:buSzPts val="1400"/>
              <a:buChar char="○"/>
              <a:defRPr/>
            </a:lvl8pPr>
            <a:lvl9pPr marL="5486263" lvl="8" indent="-423323" algn="ctr">
              <a:spcBef>
                <a:spcPts val="2133"/>
              </a:spcBef>
              <a:spcAft>
                <a:spcPts val="2133"/>
              </a:spcAft>
              <a:buSzPts val="1400"/>
              <a:buChar char="■"/>
              <a:defRPr/>
            </a:lvl9pPr>
          </a:lstStyle>
          <a:p>
            <a:endParaRPr/>
          </a:p>
        </p:txBody>
      </p:sp>
      <p:sp>
        <p:nvSpPr>
          <p:cNvPr id="44" name="Google Shape;44;p1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9813516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1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761762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11/11/2024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980658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11/11/2024</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47033" y="715533"/>
            <a:ext cx="10298000" cy="6416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dk1"/>
              </a:buClr>
              <a:buSzPts val="2800"/>
              <a:buFont typeface="Fira Sans Extra Condensed Medium"/>
              <a:buNone/>
              <a:defRPr sz="2800">
                <a:solidFill>
                  <a:schemeClr val="dk1"/>
                </a:solidFill>
                <a:latin typeface="Fira Sans Extra Condensed Medium"/>
                <a:ea typeface="Fira Sans Extra Condensed Medium"/>
                <a:cs typeface="Fira Sans Extra Condensed Medium"/>
                <a:sym typeface="Fira Sans Extra Condensed Medium"/>
              </a:defRPr>
            </a:lvl1pPr>
            <a:lvl2pPr lvl="1">
              <a:spcBef>
                <a:spcPts val="0"/>
              </a:spcBef>
              <a:spcAft>
                <a:spcPts val="0"/>
              </a:spcAft>
              <a:buClr>
                <a:schemeClr val="dk1"/>
              </a:buClr>
              <a:buSzPts val="2800"/>
              <a:buFont typeface="Fira Sans Extra Condensed Medium"/>
              <a:buNone/>
              <a:defRPr sz="2800">
                <a:solidFill>
                  <a:schemeClr val="dk1"/>
                </a:solidFill>
                <a:latin typeface="Fira Sans Extra Condensed Medium"/>
                <a:ea typeface="Fira Sans Extra Condensed Medium"/>
                <a:cs typeface="Fira Sans Extra Condensed Medium"/>
                <a:sym typeface="Fira Sans Extra Condensed Medium"/>
              </a:defRPr>
            </a:lvl2pPr>
            <a:lvl3pPr lvl="2">
              <a:spcBef>
                <a:spcPts val="0"/>
              </a:spcBef>
              <a:spcAft>
                <a:spcPts val="0"/>
              </a:spcAft>
              <a:buClr>
                <a:schemeClr val="dk1"/>
              </a:buClr>
              <a:buSzPts val="2800"/>
              <a:buFont typeface="Fira Sans Extra Condensed Medium"/>
              <a:buNone/>
              <a:defRPr sz="2800">
                <a:solidFill>
                  <a:schemeClr val="dk1"/>
                </a:solidFill>
                <a:latin typeface="Fira Sans Extra Condensed Medium"/>
                <a:ea typeface="Fira Sans Extra Condensed Medium"/>
                <a:cs typeface="Fira Sans Extra Condensed Medium"/>
                <a:sym typeface="Fira Sans Extra Condensed Medium"/>
              </a:defRPr>
            </a:lvl3pPr>
            <a:lvl4pPr lvl="3">
              <a:spcBef>
                <a:spcPts val="0"/>
              </a:spcBef>
              <a:spcAft>
                <a:spcPts val="0"/>
              </a:spcAft>
              <a:buClr>
                <a:schemeClr val="dk1"/>
              </a:buClr>
              <a:buSzPts val="2800"/>
              <a:buFont typeface="Fira Sans Extra Condensed Medium"/>
              <a:buNone/>
              <a:defRPr sz="2800">
                <a:solidFill>
                  <a:schemeClr val="dk1"/>
                </a:solidFill>
                <a:latin typeface="Fira Sans Extra Condensed Medium"/>
                <a:ea typeface="Fira Sans Extra Condensed Medium"/>
                <a:cs typeface="Fira Sans Extra Condensed Medium"/>
                <a:sym typeface="Fira Sans Extra Condensed Medium"/>
              </a:defRPr>
            </a:lvl4pPr>
            <a:lvl5pPr lvl="4">
              <a:spcBef>
                <a:spcPts val="0"/>
              </a:spcBef>
              <a:spcAft>
                <a:spcPts val="0"/>
              </a:spcAft>
              <a:buClr>
                <a:schemeClr val="dk1"/>
              </a:buClr>
              <a:buSzPts val="2800"/>
              <a:buFont typeface="Fira Sans Extra Condensed Medium"/>
              <a:buNone/>
              <a:defRPr sz="2800">
                <a:solidFill>
                  <a:schemeClr val="dk1"/>
                </a:solidFill>
                <a:latin typeface="Fira Sans Extra Condensed Medium"/>
                <a:ea typeface="Fira Sans Extra Condensed Medium"/>
                <a:cs typeface="Fira Sans Extra Condensed Medium"/>
                <a:sym typeface="Fira Sans Extra Condensed Medium"/>
              </a:defRPr>
            </a:lvl5pPr>
            <a:lvl6pPr lvl="5">
              <a:spcBef>
                <a:spcPts val="0"/>
              </a:spcBef>
              <a:spcAft>
                <a:spcPts val="0"/>
              </a:spcAft>
              <a:buClr>
                <a:schemeClr val="dk1"/>
              </a:buClr>
              <a:buSzPts val="2800"/>
              <a:buFont typeface="Fira Sans Extra Condensed Medium"/>
              <a:buNone/>
              <a:defRPr sz="2800">
                <a:solidFill>
                  <a:schemeClr val="dk1"/>
                </a:solidFill>
                <a:latin typeface="Fira Sans Extra Condensed Medium"/>
                <a:ea typeface="Fira Sans Extra Condensed Medium"/>
                <a:cs typeface="Fira Sans Extra Condensed Medium"/>
                <a:sym typeface="Fira Sans Extra Condensed Medium"/>
              </a:defRPr>
            </a:lvl6pPr>
            <a:lvl7pPr lvl="6">
              <a:spcBef>
                <a:spcPts val="0"/>
              </a:spcBef>
              <a:spcAft>
                <a:spcPts val="0"/>
              </a:spcAft>
              <a:buClr>
                <a:schemeClr val="dk1"/>
              </a:buClr>
              <a:buSzPts val="2800"/>
              <a:buFont typeface="Fira Sans Extra Condensed Medium"/>
              <a:buNone/>
              <a:defRPr sz="2800">
                <a:solidFill>
                  <a:schemeClr val="dk1"/>
                </a:solidFill>
                <a:latin typeface="Fira Sans Extra Condensed Medium"/>
                <a:ea typeface="Fira Sans Extra Condensed Medium"/>
                <a:cs typeface="Fira Sans Extra Condensed Medium"/>
                <a:sym typeface="Fira Sans Extra Condensed Medium"/>
              </a:defRPr>
            </a:lvl7pPr>
            <a:lvl8pPr lvl="7">
              <a:spcBef>
                <a:spcPts val="0"/>
              </a:spcBef>
              <a:spcAft>
                <a:spcPts val="0"/>
              </a:spcAft>
              <a:buClr>
                <a:schemeClr val="dk1"/>
              </a:buClr>
              <a:buSzPts val="2800"/>
              <a:buFont typeface="Fira Sans Extra Condensed Medium"/>
              <a:buNone/>
              <a:defRPr sz="2800">
                <a:solidFill>
                  <a:schemeClr val="dk1"/>
                </a:solidFill>
                <a:latin typeface="Fira Sans Extra Condensed Medium"/>
                <a:ea typeface="Fira Sans Extra Condensed Medium"/>
                <a:cs typeface="Fira Sans Extra Condensed Medium"/>
                <a:sym typeface="Fira Sans Extra Condensed Medium"/>
              </a:defRPr>
            </a:lvl8pPr>
            <a:lvl9pPr lvl="8">
              <a:spcBef>
                <a:spcPts val="0"/>
              </a:spcBef>
              <a:spcAft>
                <a:spcPts val="0"/>
              </a:spcAft>
              <a:buClr>
                <a:schemeClr val="dk1"/>
              </a:buClr>
              <a:buSzPts val="2800"/>
              <a:buFont typeface="Fira Sans Extra Condensed Medium"/>
              <a:buNone/>
              <a:defRPr sz="2800">
                <a:solidFill>
                  <a:schemeClr val="dk1"/>
                </a:solidFill>
                <a:latin typeface="Fira Sans Extra Condensed Medium"/>
                <a:ea typeface="Fira Sans Extra Condensed Medium"/>
                <a:cs typeface="Fira Sans Extra Condensed Medium"/>
                <a:sym typeface="Fira Sans Extra Condensed Medium"/>
              </a:defRPr>
            </a:lvl9pPr>
          </a:lstStyle>
          <a:p>
            <a:endParaRPr/>
          </a:p>
        </p:txBody>
      </p:sp>
      <p:sp>
        <p:nvSpPr>
          <p:cNvPr id="7" name="Google Shape;7;p1"/>
          <p:cNvSpPr txBox="1">
            <a:spLocks noGrp="1"/>
          </p:cNvSpPr>
          <p:nvPr>
            <p:ph type="body" idx="1"/>
          </p:nvPr>
        </p:nvSpPr>
        <p:spPr>
          <a:xfrm>
            <a:off x="947033" y="1536633"/>
            <a:ext cx="10298000" cy="4606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extLst>
      <p:ext uri="{BB962C8B-B14F-4D97-AF65-F5344CB8AC3E}">
        <p14:creationId xmlns:p14="http://schemas.microsoft.com/office/powerpoint/2010/main" val="893809313"/>
      </p:ext>
    </p:extLst>
  </p:cSld>
  <p:clrMap bg1="lt1" tx1="dk1" bg2="dk2" tx2="lt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 id="2147483864"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jpeg"/></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AD9CC-AF7C-2BBB-1FA2-011071E82B2E}"/>
              </a:ext>
            </a:extLst>
          </p:cNvPr>
          <p:cNvSpPr>
            <a:spLocks noGrp="1"/>
          </p:cNvSpPr>
          <p:nvPr>
            <p:ph type="ctrTitle"/>
          </p:nvPr>
        </p:nvSpPr>
        <p:spPr/>
        <p:txBody>
          <a:bodyPr/>
          <a:lstStyle/>
          <a:p>
            <a:r>
              <a:rPr lang="en-US" dirty="0"/>
              <a:t>Info Tech Classroom</a:t>
            </a:r>
          </a:p>
        </p:txBody>
      </p:sp>
      <p:sp>
        <p:nvSpPr>
          <p:cNvPr id="3" name="Subtitle 2">
            <a:extLst>
              <a:ext uri="{FF2B5EF4-FFF2-40B4-BE49-F238E27FC236}">
                <a16:creationId xmlns:a16="http://schemas.microsoft.com/office/drawing/2014/main" id="{1446E6CF-7C3C-4C13-0D3C-A4BA28DFAF87}"/>
              </a:ext>
            </a:extLst>
          </p:cNvPr>
          <p:cNvSpPr>
            <a:spLocks noGrp="1"/>
          </p:cNvSpPr>
          <p:nvPr>
            <p:ph type="subTitle" idx="1"/>
          </p:nvPr>
        </p:nvSpPr>
        <p:spPr/>
        <p:txBody>
          <a:bodyPr/>
          <a:lstStyle/>
          <a:p>
            <a:r>
              <a:rPr lang="en-US" dirty="0"/>
              <a:t>Presented By: Umer Bin Ijaz (09162213012)</a:t>
            </a:r>
          </a:p>
        </p:txBody>
      </p:sp>
    </p:spTree>
    <p:extLst>
      <p:ext uri="{BB962C8B-B14F-4D97-AF65-F5344CB8AC3E}">
        <p14:creationId xmlns:p14="http://schemas.microsoft.com/office/powerpoint/2010/main" val="13089611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E5A86-80EE-70C2-4137-290A3490D597}"/>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38546FAA-9B53-B89E-FEE5-836C354D95B0}"/>
              </a:ext>
            </a:extLst>
          </p:cNvPr>
          <p:cNvSpPr>
            <a:spLocks noGrp="1"/>
          </p:cNvSpPr>
          <p:nvPr>
            <p:ph idx="1"/>
          </p:nvPr>
        </p:nvSpPr>
        <p:spPr>
          <a:xfrm>
            <a:off x="1069848" y="2121408"/>
            <a:ext cx="10058400" cy="3190821"/>
          </a:xfrm>
        </p:spPr>
        <p:txBody>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 The current educational systems often face significant challenges, including</a:t>
            </a:r>
          </a:p>
          <a:p>
            <a:pPr algn="just">
              <a:lnSpc>
                <a:spcPct val="150000"/>
              </a:lnSpc>
            </a:pPr>
            <a:r>
              <a:rPr lang="en-US" dirty="0">
                <a:latin typeface="Times New Roman" panose="02020603050405020304" pitchFamily="18" charset="0"/>
                <a:cs typeface="Times New Roman" panose="02020603050405020304" pitchFamily="18" charset="0"/>
              </a:rPr>
              <a:t>Course Management</a:t>
            </a:r>
          </a:p>
          <a:p>
            <a:pPr algn="just">
              <a:lnSpc>
                <a:spcPct val="150000"/>
              </a:lnSpc>
            </a:pPr>
            <a:r>
              <a:rPr lang="en-US" dirty="0">
                <a:latin typeface="Times New Roman" panose="02020603050405020304" pitchFamily="18" charset="0"/>
                <a:cs typeface="Times New Roman" panose="02020603050405020304" pitchFamily="18" charset="0"/>
              </a:rPr>
              <a:t>Attendance Tracking</a:t>
            </a:r>
          </a:p>
          <a:p>
            <a:pPr algn="just">
              <a:lnSpc>
                <a:spcPct val="150000"/>
              </a:lnSpc>
            </a:pPr>
            <a:r>
              <a:rPr lang="en-US" dirty="0">
                <a:latin typeface="Times New Roman" panose="02020603050405020304" pitchFamily="18" charset="0"/>
                <a:cs typeface="Times New Roman" panose="02020603050405020304" pitchFamily="18" charset="0"/>
              </a:rPr>
              <a:t>Limited access to learning resources</a:t>
            </a:r>
          </a:p>
          <a:p>
            <a:pPr algn="just">
              <a:lnSpc>
                <a:spcPct val="150000"/>
              </a:lnSpc>
            </a:pPr>
            <a:r>
              <a:rPr lang="en-US" dirty="0">
                <a:latin typeface="Times New Roman" panose="02020603050405020304" pitchFamily="18" charset="0"/>
                <a:cs typeface="Times New Roman" panose="02020603050405020304" pitchFamily="18" charset="0"/>
              </a:rPr>
              <a:t>Difficulties in generating question papers.</a:t>
            </a:r>
          </a:p>
          <a:p>
            <a:pPr algn="just">
              <a:lnSpc>
                <a:spcPct val="150000"/>
              </a:lnSpc>
            </a:pPr>
            <a:endParaRPr lang="en-US" dirty="0">
              <a:latin typeface="Times New Roman" panose="02020603050405020304" pitchFamily="18" charset="0"/>
              <a:cs typeface="Times New Roman" panose="02020603050405020304" pitchFamily="18" charset="0"/>
            </a:endParaRPr>
          </a:p>
        </p:txBody>
      </p:sp>
      <p:pic>
        <p:nvPicPr>
          <p:cNvPr id="6" name="Graphic 5" descr="Question mark with solid fill">
            <a:extLst>
              <a:ext uri="{FF2B5EF4-FFF2-40B4-BE49-F238E27FC236}">
                <a16:creationId xmlns:a16="http://schemas.microsoft.com/office/drawing/2014/main" id="{14CAFE64-96DE-6660-89F0-91F1B046118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710057" y="484631"/>
            <a:ext cx="1412095" cy="1412095"/>
          </a:xfrm>
          <a:prstGeom prst="rect">
            <a:avLst/>
          </a:prstGeom>
        </p:spPr>
      </p:pic>
    </p:spTree>
    <p:extLst>
      <p:ext uri="{BB962C8B-B14F-4D97-AF65-F5344CB8AC3E}">
        <p14:creationId xmlns:p14="http://schemas.microsoft.com/office/powerpoint/2010/main" val="3093585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E5A86-80EE-70C2-4137-290A3490D597}"/>
              </a:ext>
            </a:extLst>
          </p:cNvPr>
          <p:cNvSpPr>
            <a:spLocks noGrp="1"/>
          </p:cNvSpPr>
          <p:nvPr>
            <p:ph type="title"/>
          </p:nvPr>
        </p:nvSpPr>
        <p:spPr/>
        <p:txBody>
          <a:bodyPr/>
          <a:lstStyle/>
          <a:p>
            <a:r>
              <a:rPr lang="en-US" dirty="0"/>
              <a:t>Proposed Solution</a:t>
            </a:r>
          </a:p>
        </p:txBody>
      </p:sp>
      <p:sp>
        <p:nvSpPr>
          <p:cNvPr id="3" name="Content Placeholder 2">
            <a:extLst>
              <a:ext uri="{FF2B5EF4-FFF2-40B4-BE49-F238E27FC236}">
                <a16:creationId xmlns:a16="http://schemas.microsoft.com/office/drawing/2014/main" id="{38546FAA-9B53-B89E-FEE5-836C354D95B0}"/>
              </a:ext>
            </a:extLst>
          </p:cNvPr>
          <p:cNvSpPr>
            <a:spLocks noGrp="1"/>
          </p:cNvSpPr>
          <p:nvPr>
            <p:ph idx="1"/>
          </p:nvPr>
        </p:nvSpPr>
        <p:spPr>
          <a:xfrm>
            <a:off x="1069848" y="1896726"/>
            <a:ext cx="10058400" cy="4476642"/>
          </a:xfrm>
        </p:spPr>
        <p:txBody>
          <a:bodyPr>
            <a:norm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The Info Tech Classroom (ITC) project aims to provide a comprehensive solution that enhances the educational experience for students and teachers through a user-friendly online platform.</a:t>
            </a:r>
          </a:p>
          <a:p>
            <a:pPr algn="just">
              <a:lnSpc>
                <a:spcPct val="100000"/>
              </a:lnSpc>
            </a:pPr>
            <a:r>
              <a:rPr lang="en-US" dirty="0">
                <a:latin typeface="Times New Roman" panose="02020603050405020304" pitchFamily="18" charset="0"/>
                <a:cs typeface="Times New Roman" panose="02020603050405020304" pitchFamily="18" charset="0"/>
              </a:rPr>
              <a:t>User Management:</a:t>
            </a:r>
          </a:p>
          <a:p>
            <a:pPr algn="just">
              <a:lnSpc>
                <a:spcPct val="100000"/>
              </a:lnSpc>
            </a:pPr>
            <a:r>
              <a:rPr lang="en-US" dirty="0">
                <a:latin typeface="Times New Roman" panose="02020603050405020304" pitchFamily="18" charset="0"/>
                <a:cs typeface="Times New Roman" panose="02020603050405020304" pitchFamily="18" charset="0"/>
              </a:rPr>
              <a:t>Course Management:</a:t>
            </a:r>
          </a:p>
          <a:p>
            <a:pPr algn="just">
              <a:lnSpc>
                <a:spcPct val="100000"/>
              </a:lnSpc>
            </a:pPr>
            <a:r>
              <a:rPr lang="en-US" dirty="0">
                <a:latin typeface="Times New Roman" panose="02020603050405020304" pitchFamily="18" charset="0"/>
                <a:cs typeface="Times New Roman" panose="02020603050405020304" pitchFamily="18" charset="0"/>
              </a:rPr>
              <a:t>Attendance Tracking: </a:t>
            </a:r>
          </a:p>
          <a:p>
            <a:pPr algn="just">
              <a:lnSpc>
                <a:spcPct val="100000"/>
              </a:lnSpc>
            </a:pPr>
            <a:r>
              <a:rPr lang="en-US" dirty="0">
                <a:latin typeface="Times New Roman" panose="02020603050405020304" pitchFamily="18" charset="0"/>
                <a:cs typeface="Times New Roman" panose="02020603050405020304" pitchFamily="18" charset="0"/>
              </a:rPr>
              <a:t>File Sharing: </a:t>
            </a:r>
          </a:p>
          <a:p>
            <a:pPr algn="just">
              <a:lnSpc>
                <a:spcPct val="100000"/>
              </a:lnSpc>
            </a:pPr>
            <a:r>
              <a:rPr lang="it-IT" dirty="0">
                <a:latin typeface="Times New Roman" panose="02020603050405020304" pitchFamily="18" charset="0"/>
                <a:cs typeface="Times New Roman" panose="02020603050405020304" pitchFamily="18" charset="0"/>
              </a:rPr>
              <a:t>Auto Question Paper Generator Module</a:t>
            </a:r>
            <a:endParaRPr lang="en-US" dirty="0">
              <a:latin typeface="Times New Roman" panose="02020603050405020304" pitchFamily="18" charset="0"/>
              <a:cs typeface="Times New Roman" panose="02020603050405020304" pitchFamily="18" charset="0"/>
            </a:endParaRPr>
          </a:p>
          <a:p>
            <a:pPr algn="just">
              <a:lnSpc>
                <a:spcPct val="100000"/>
              </a:lnSpc>
            </a:pPr>
            <a:r>
              <a:rPr lang="en-US" dirty="0">
                <a:latin typeface="Times New Roman" panose="02020603050405020304" pitchFamily="18" charset="0"/>
                <a:cs typeface="Times New Roman" panose="02020603050405020304" pitchFamily="18" charset="0"/>
              </a:rPr>
              <a:t>Robust Back-End Processing:</a:t>
            </a:r>
          </a:p>
          <a:p>
            <a:pPr algn="just">
              <a:lnSpc>
                <a:spcPct val="100000"/>
              </a:lnSpc>
            </a:pPr>
            <a:r>
              <a:rPr lang="en-US" dirty="0">
                <a:latin typeface="Times New Roman" panose="02020603050405020304" pitchFamily="18" charset="0"/>
                <a:cs typeface="Times New Roman" panose="02020603050405020304" pitchFamily="18" charset="0"/>
              </a:rPr>
              <a:t>Secure Data Storage:</a:t>
            </a:r>
          </a:p>
        </p:txBody>
      </p:sp>
      <p:pic>
        <p:nvPicPr>
          <p:cNvPr id="4" name="Graphic 3" descr="Head with gears with solid fill">
            <a:extLst>
              <a:ext uri="{FF2B5EF4-FFF2-40B4-BE49-F238E27FC236}">
                <a16:creationId xmlns:a16="http://schemas.microsoft.com/office/drawing/2014/main" id="{308AE41C-1220-D88C-E54D-B1EE86D3C4A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9710057" y="484631"/>
            <a:ext cx="1412095" cy="1412095"/>
          </a:xfrm>
          <a:prstGeom prst="rect">
            <a:avLst/>
          </a:prstGeom>
        </p:spPr>
      </p:pic>
    </p:spTree>
    <p:extLst>
      <p:ext uri="{BB962C8B-B14F-4D97-AF65-F5344CB8AC3E}">
        <p14:creationId xmlns:p14="http://schemas.microsoft.com/office/powerpoint/2010/main" val="385201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oogle Shape;667;p20">
            <a:extLst>
              <a:ext uri="{FF2B5EF4-FFF2-40B4-BE49-F238E27FC236}">
                <a16:creationId xmlns:a16="http://schemas.microsoft.com/office/drawing/2014/main" id="{3FC6C7C3-1D82-460C-95EA-C1194FE6FDBD}"/>
              </a:ext>
            </a:extLst>
          </p:cNvPr>
          <p:cNvGrpSpPr/>
          <p:nvPr/>
        </p:nvGrpSpPr>
        <p:grpSpPr>
          <a:xfrm>
            <a:off x="4509117" y="1241398"/>
            <a:ext cx="1886008" cy="3305911"/>
            <a:chOff x="3070613" y="907185"/>
            <a:chExt cx="1435046" cy="2515437"/>
          </a:xfrm>
        </p:grpSpPr>
        <p:sp>
          <p:nvSpPr>
            <p:cNvPr id="5" name="Google Shape;668;p20">
              <a:extLst>
                <a:ext uri="{FF2B5EF4-FFF2-40B4-BE49-F238E27FC236}">
                  <a16:creationId xmlns:a16="http://schemas.microsoft.com/office/drawing/2014/main" id="{01FB2D5E-6445-46A9-8042-C5C20E87C28B}"/>
                </a:ext>
              </a:extLst>
            </p:cNvPr>
            <p:cNvSpPr/>
            <p:nvPr/>
          </p:nvSpPr>
          <p:spPr>
            <a:xfrm>
              <a:off x="3070613" y="1793381"/>
              <a:ext cx="1435046" cy="1629240"/>
            </a:xfrm>
            <a:custGeom>
              <a:avLst/>
              <a:gdLst/>
              <a:ahLst/>
              <a:cxnLst/>
              <a:rect l="l" t="t" r="r" b="b"/>
              <a:pathLst>
                <a:path w="44501" h="50523" extrusionOk="0">
                  <a:moveTo>
                    <a:pt x="11064" y="0"/>
                  </a:moveTo>
                  <a:cubicBezTo>
                    <a:pt x="9463" y="0"/>
                    <a:pt x="8008" y="1104"/>
                    <a:pt x="7619" y="2711"/>
                  </a:cubicBezTo>
                  <a:lnTo>
                    <a:pt x="478" y="32192"/>
                  </a:lnTo>
                  <a:cubicBezTo>
                    <a:pt x="0" y="34102"/>
                    <a:pt x="1194" y="36032"/>
                    <a:pt x="3084" y="36509"/>
                  </a:cubicBezTo>
                  <a:lnTo>
                    <a:pt x="12413" y="38757"/>
                  </a:lnTo>
                  <a:cubicBezTo>
                    <a:pt x="13309" y="38996"/>
                    <a:pt x="13607" y="40110"/>
                    <a:pt x="12931" y="40706"/>
                  </a:cubicBezTo>
                  <a:lnTo>
                    <a:pt x="12911" y="40726"/>
                  </a:lnTo>
                  <a:cubicBezTo>
                    <a:pt x="11518" y="41980"/>
                    <a:pt x="10723" y="43929"/>
                    <a:pt x="11140" y="46197"/>
                  </a:cubicBezTo>
                  <a:cubicBezTo>
                    <a:pt x="11379" y="47351"/>
                    <a:pt x="11956" y="48405"/>
                    <a:pt x="12891" y="49141"/>
                  </a:cubicBezTo>
                  <a:cubicBezTo>
                    <a:pt x="14085" y="50097"/>
                    <a:pt x="15397" y="50522"/>
                    <a:pt x="16652" y="50522"/>
                  </a:cubicBezTo>
                  <a:cubicBezTo>
                    <a:pt x="19181" y="50522"/>
                    <a:pt x="21476" y="48796"/>
                    <a:pt x="22101" y="46217"/>
                  </a:cubicBezTo>
                  <a:cubicBezTo>
                    <a:pt x="22380" y="45083"/>
                    <a:pt x="22280" y="43969"/>
                    <a:pt x="21902" y="42934"/>
                  </a:cubicBezTo>
                  <a:cubicBezTo>
                    <a:pt x="21902" y="42915"/>
                    <a:pt x="21882" y="42895"/>
                    <a:pt x="21882" y="42875"/>
                  </a:cubicBezTo>
                  <a:cubicBezTo>
                    <a:pt x="21614" y="42106"/>
                    <a:pt x="22230" y="41353"/>
                    <a:pt x="22993" y="41353"/>
                  </a:cubicBezTo>
                  <a:cubicBezTo>
                    <a:pt x="23079" y="41353"/>
                    <a:pt x="23166" y="41363"/>
                    <a:pt x="23255" y="41383"/>
                  </a:cubicBezTo>
                  <a:lnTo>
                    <a:pt x="32585" y="43631"/>
                  </a:lnTo>
                  <a:cubicBezTo>
                    <a:pt x="32873" y="43703"/>
                    <a:pt x="33161" y="43737"/>
                    <a:pt x="33444" y="43737"/>
                  </a:cubicBezTo>
                  <a:cubicBezTo>
                    <a:pt x="35038" y="43737"/>
                    <a:pt x="36476" y="42646"/>
                    <a:pt x="36881" y="41025"/>
                  </a:cubicBezTo>
                  <a:lnTo>
                    <a:pt x="39229" y="31357"/>
                  </a:lnTo>
                  <a:cubicBezTo>
                    <a:pt x="39195" y="30739"/>
                    <a:pt x="38671" y="30247"/>
                    <a:pt x="38055" y="30247"/>
                  </a:cubicBezTo>
                  <a:cubicBezTo>
                    <a:pt x="37938" y="30247"/>
                    <a:pt x="37818" y="30264"/>
                    <a:pt x="37697" y="30303"/>
                  </a:cubicBezTo>
                  <a:cubicBezTo>
                    <a:pt x="37677" y="30303"/>
                    <a:pt x="37657" y="30342"/>
                    <a:pt x="37637" y="30342"/>
                  </a:cubicBezTo>
                  <a:cubicBezTo>
                    <a:pt x="36997" y="30564"/>
                    <a:pt x="36327" y="30686"/>
                    <a:pt x="35640" y="30686"/>
                  </a:cubicBezTo>
                  <a:cubicBezTo>
                    <a:pt x="35217" y="30686"/>
                    <a:pt x="34787" y="30640"/>
                    <a:pt x="34355" y="30541"/>
                  </a:cubicBezTo>
                  <a:cubicBezTo>
                    <a:pt x="30496" y="29586"/>
                    <a:pt x="28546" y="24912"/>
                    <a:pt x="31431" y="21311"/>
                  </a:cubicBezTo>
                  <a:cubicBezTo>
                    <a:pt x="32167" y="20396"/>
                    <a:pt x="33221" y="19799"/>
                    <a:pt x="34375" y="19560"/>
                  </a:cubicBezTo>
                  <a:cubicBezTo>
                    <a:pt x="34788" y="19485"/>
                    <a:pt x="35189" y="19449"/>
                    <a:pt x="35578" y="19449"/>
                  </a:cubicBezTo>
                  <a:cubicBezTo>
                    <a:pt x="37343" y="19449"/>
                    <a:pt x="38835" y="20190"/>
                    <a:pt x="39845" y="21331"/>
                  </a:cubicBezTo>
                  <a:lnTo>
                    <a:pt x="39865" y="21351"/>
                  </a:lnTo>
                  <a:cubicBezTo>
                    <a:pt x="40083" y="21602"/>
                    <a:pt x="40378" y="21716"/>
                    <a:pt x="40673" y="21716"/>
                  </a:cubicBezTo>
                  <a:cubicBezTo>
                    <a:pt x="41077" y="21716"/>
                    <a:pt x="41480" y="21501"/>
                    <a:pt x="41676" y="21132"/>
                  </a:cubicBezTo>
                  <a:lnTo>
                    <a:pt x="44023" y="11504"/>
                  </a:lnTo>
                  <a:cubicBezTo>
                    <a:pt x="44500" y="9594"/>
                    <a:pt x="43287" y="7685"/>
                    <a:pt x="41397" y="7207"/>
                  </a:cubicBezTo>
                  <a:lnTo>
                    <a:pt x="11916" y="105"/>
                  </a:lnTo>
                  <a:cubicBezTo>
                    <a:pt x="11631" y="34"/>
                    <a:pt x="11345" y="0"/>
                    <a:pt x="11064" y="0"/>
                  </a:cubicBezTo>
                  <a:close/>
                </a:path>
              </a:pathLst>
            </a:custGeom>
            <a:solidFill>
              <a:schemeClr val="accent2"/>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6" name="Google Shape;669;p20">
              <a:extLst>
                <a:ext uri="{FF2B5EF4-FFF2-40B4-BE49-F238E27FC236}">
                  <a16:creationId xmlns:a16="http://schemas.microsoft.com/office/drawing/2014/main" id="{17346FC3-37D4-43C8-9FDD-5D3228818D8A}"/>
                </a:ext>
              </a:extLst>
            </p:cNvPr>
            <p:cNvSpPr/>
            <p:nvPr/>
          </p:nvSpPr>
          <p:spPr>
            <a:xfrm>
              <a:off x="3505255" y="1224190"/>
              <a:ext cx="93969" cy="71170"/>
            </a:xfrm>
            <a:custGeom>
              <a:avLst/>
              <a:gdLst/>
              <a:ahLst/>
              <a:cxnLst/>
              <a:rect l="l" t="t" r="r" b="b"/>
              <a:pathLst>
                <a:path w="2914" h="2207" extrusionOk="0">
                  <a:moveTo>
                    <a:pt x="1292" y="0"/>
                  </a:moveTo>
                  <a:cubicBezTo>
                    <a:pt x="1077" y="0"/>
                    <a:pt x="1601" y="668"/>
                    <a:pt x="1601" y="668"/>
                  </a:cubicBezTo>
                  <a:cubicBezTo>
                    <a:pt x="1601" y="668"/>
                    <a:pt x="209" y="1026"/>
                    <a:pt x="69" y="1722"/>
                  </a:cubicBezTo>
                  <a:cubicBezTo>
                    <a:pt x="1" y="2121"/>
                    <a:pt x="947" y="2206"/>
                    <a:pt x="1767" y="2206"/>
                  </a:cubicBezTo>
                  <a:cubicBezTo>
                    <a:pt x="2375" y="2206"/>
                    <a:pt x="2914" y="2159"/>
                    <a:pt x="2914" y="2159"/>
                  </a:cubicBezTo>
                  <a:lnTo>
                    <a:pt x="2795" y="807"/>
                  </a:lnTo>
                  <a:cubicBezTo>
                    <a:pt x="2795" y="807"/>
                    <a:pt x="1840" y="210"/>
                    <a:pt x="1402" y="31"/>
                  </a:cubicBezTo>
                  <a:cubicBezTo>
                    <a:pt x="1353" y="10"/>
                    <a:pt x="1317" y="0"/>
                    <a:pt x="1292" y="0"/>
                  </a:cubicBezTo>
                  <a:close/>
                </a:path>
              </a:pathLst>
            </a:custGeom>
            <a:solidFill>
              <a:srgbClr val="F0A6A6"/>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7" name="Google Shape;670;p20">
              <a:extLst>
                <a:ext uri="{FF2B5EF4-FFF2-40B4-BE49-F238E27FC236}">
                  <a16:creationId xmlns:a16="http://schemas.microsoft.com/office/drawing/2014/main" id="{24A516FF-3414-4F9E-9131-C457C02C7C24}"/>
                </a:ext>
              </a:extLst>
            </p:cNvPr>
            <p:cNvSpPr/>
            <p:nvPr/>
          </p:nvSpPr>
          <p:spPr>
            <a:xfrm>
              <a:off x="3692230" y="1287398"/>
              <a:ext cx="494612" cy="557495"/>
            </a:xfrm>
            <a:custGeom>
              <a:avLst/>
              <a:gdLst/>
              <a:ahLst/>
              <a:cxnLst/>
              <a:rect l="l" t="t" r="r" b="b"/>
              <a:pathLst>
                <a:path w="15338" h="17288" extrusionOk="0">
                  <a:moveTo>
                    <a:pt x="9449" y="1"/>
                  </a:moveTo>
                  <a:cubicBezTo>
                    <a:pt x="9449" y="1"/>
                    <a:pt x="9290" y="1333"/>
                    <a:pt x="6585" y="6108"/>
                  </a:cubicBezTo>
                  <a:cubicBezTo>
                    <a:pt x="3879" y="10882"/>
                    <a:pt x="0" y="16850"/>
                    <a:pt x="0" y="16850"/>
                  </a:cubicBezTo>
                  <a:cubicBezTo>
                    <a:pt x="0" y="16850"/>
                    <a:pt x="934" y="17288"/>
                    <a:pt x="2018" y="17288"/>
                  </a:cubicBezTo>
                  <a:cubicBezTo>
                    <a:pt x="2042" y="17288"/>
                    <a:pt x="2065" y="17288"/>
                    <a:pt x="2089" y="17287"/>
                  </a:cubicBezTo>
                  <a:cubicBezTo>
                    <a:pt x="2089" y="17287"/>
                    <a:pt x="8554" y="11757"/>
                    <a:pt x="10862" y="8196"/>
                  </a:cubicBezTo>
                  <a:lnTo>
                    <a:pt x="15338" y="2865"/>
                  </a:lnTo>
                  <a:lnTo>
                    <a:pt x="9449" y="1"/>
                  </a:lnTo>
                  <a:close/>
                </a:path>
              </a:pathLst>
            </a:custGeom>
            <a:solidFill>
              <a:srgbClr val="9E6CAA"/>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8" name="Google Shape;671;p20">
              <a:extLst>
                <a:ext uri="{FF2B5EF4-FFF2-40B4-BE49-F238E27FC236}">
                  <a16:creationId xmlns:a16="http://schemas.microsoft.com/office/drawing/2014/main" id="{9DE95982-D8A4-42E4-B041-61E39D2374DE}"/>
                </a:ext>
              </a:extLst>
            </p:cNvPr>
            <p:cNvSpPr/>
            <p:nvPr/>
          </p:nvSpPr>
          <p:spPr>
            <a:xfrm>
              <a:off x="3942412" y="1365666"/>
              <a:ext cx="259205" cy="537243"/>
            </a:xfrm>
            <a:custGeom>
              <a:avLst/>
              <a:gdLst/>
              <a:ahLst/>
              <a:cxnLst/>
              <a:rect l="l" t="t" r="r" b="b"/>
              <a:pathLst>
                <a:path w="8038" h="16660" extrusionOk="0">
                  <a:moveTo>
                    <a:pt x="6486" y="0"/>
                  </a:moveTo>
                  <a:lnTo>
                    <a:pt x="3163" y="5451"/>
                  </a:lnTo>
                  <a:cubicBezTo>
                    <a:pt x="3163" y="5451"/>
                    <a:pt x="5292" y="11817"/>
                    <a:pt x="1" y="16293"/>
                  </a:cubicBezTo>
                  <a:cubicBezTo>
                    <a:pt x="1" y="16293"/>
                    <a:pt x="485" y="16659"/>
                    <a:pt x="1466" y="16659"/>
                  </a:cubicBezTo>
                  <a:cubicBezTo>
                    <a:pt x="1693" y="16659"/>
                    <a:pt x="1947" y="16640"/>
                    <a:pt x="2229" y="16591"/>
                  </a:cubicBezTo>
                  <a:cubicBezTo>
                    <a:pt x="2229" y="16591"/>
                    <a:pt x="4894" y="14283"/>
                    <a:pt x="6406" y="12294"/>
                  </a:cubicBezTo>
                  <a:cubicBezTo>
                    <a:pt x="7958" y="10305"/>
                    <a:pt x="8037" y="7838"/>
                    <a:pt x="7878" y="5809"/>
                  </a:cubicBezTo>
                  <a:cubicBezTo>
                    <a:pt x="7739" y="3760"/>
                    <a:pt x="6983" y="438"/>
                    <a:pt x="6983" y="438"/>
                  </a:cubicBezTo>
                  <a:lnTo>
                    <a:pt x="6486" y="0"/>
                  </a:lnTo>
                  <a:close/>
                </a:path>
              </a:pathLst>
            </a:custGeom>
            <a:solidFill>
              <a:srgbClr val="9E6CAA"/>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9" name="Google Shape;672;p20">
              <a:extLst>
                <a:ext uri="{FF2B5EF4-FFF2-40B4-BE49-F238E27FC236}">
                  <a16:creationId xmlns:a16="http://schemas.microsoft.com/office/drawing/2014/main" id="{C2B79326-7A01-42DB-8B47-F3BE6FE851B0}"/>
                </a:ext>
              </a:extLst>
            </p:cNvPr>
            <p:cNvSpPr/>
            <p:nvPr/>
          </p:nvSpPr>
          <p:spPr>
            <a:xfrm>
              <a:off x="3579974" y="1074879"/>
              <a:ext cx="682551" cy="398579"/>
            </a:xfrm>
            <a:custGeom>
              <a:avLst/>
              <a:gdLst/>
              <a:ahLst/>
              <a:cxnLst/>
              <a:rect l="l" t="t" r="r" b="b"/>
              <a:pathLst>
                <a:path w="21166" h="12360" extrusionOk="0">
                  <a:moveTo>
                    <a:pt x="17712" y="1"/>
                  </a:moveTo>
                  <a:cubicBezTo>
                    <a:pt x="17186" y="1"/>
                    <a:pt x="16668" y="99"/>
                    <a:pt x="16193" y="324"/>
                  </a:cubicBezTo>
                  <a:cubicBezTo>
                    <a:pt x="15795" y="523"/>
                    <a:pt x="15437" y="762"/>
                    <a:pt x="15039" y="961"/>
                  </a:cubicBezTo>
                  <a:cubicBezTo>
                    <a:pt x="14789" y="1074"/>
                    <a:pt x="14507" y="1155"/>
                    <a:pt x="14233" y="1155"/>
                  </a:cubicBezTo>
                  <a:cubicBezTo>
                    <a:pt x="14072" y="1155"/>
                    <a:pt x="13913" y="1127"/>
                    <a:pt x="13766" y="1060"/>
                  </a:cubicBezTo>
                  <a:cubicBezTo>
                    <a:pt x="13527" y="961"/>
                    <a:pt x="13328" y="742"/>
                    <a:pt x="13050" y="682"/>
                  </a:cubicBezTo>
                  <a:cubicBezTo>
                    <a:pt x="12999" y="675"/>
                    <a:pt x="12942" y="671"/>
                    <a:pt x="12883" y="671"/>
                  </a:cubicBezTo>
                  <a:cubicBezTo>
                    <a:pt x="12779" y="671"/>
                    <a:pt x="12666" y="684"/>
                    <a:pt x="12552" y="722"/>
                  </a:cubicBezTo>
                  <a:cubicBezTo>
                    <a:pt x="10822" y="1040"/>
                    <a:pt x="9429" y="2254"/>
                    <a:pt x="7858" y="3050"/>
                  </a:cubicBezTo>
                  <a:cubicBezTo>
                    <a:pt x="6465" y="3746"/>
                    <a:pt x="4953" y="4144"/>
                    <a:pt x="3382" y="4164"/>
                  </a:cubicBezTo>
                  <a:cubicBezTo>
                    <a:pt x="2686" y="4203"/>
                    <a:pt x="1989" y="4144"/>
                    <a:pt x="1313" y="4343"/>
                  </a:cubicBezTo>
                  <a:cubicBezTo>
                    <a:pt x="637" y="4542"/>
                    <a:pt x="40" y="5099"/>
                    <a:pt x="20" y="5795"/>
                  </a:cubicBezTo>
                  <a:cubicBezTo>
                    <a:pt x="0" y="6292"/>
                    <a:pt x="299" y="6730"/>
                    <a:pt x="677" y="7048"/>
                  </a:cubicBezTo>
                  <a:cubicBezTo>
                    <a:pt x="1074" y="7346"/>
                    <a:pt x="1532" y="7526"/>
                    <a:pt x="2009" y="7625"/>
                  </a:cubicBezTo>
                  <a:cubicBezTo>
                    <a:pt x="2708" y="7794"/>
                    <a:pt x="3427" y="7877"/>
                    <a:pt x="4145" y="7877"/>
                  </a:cubicBezTo>
                  <a:cubicBezTo>
                    <a:pt x="5799" y="7877"/>
                    <a:pt x="7452" y="7437"/>
                    <a:pt x="8852" y="6591"/>
                  </a:cubicBezTo>
                  <a:cubicBezTo>
                    <a:pt x="9031" y="8003"/>
                    <a:pt x="9230" y="9415"/>
                    <a:pt x="9688" y="10768"/>
                  </a:cubicBezTo>
                  <a:cubicBezTo>
                    <a:pt x="9847" y="11186"/>
                    <a:pt x="10046" y="11623"/>
                    <a:pt x="10424" y="11902"/>
                  </a:cubicBezTo>
                  <a:cubicBezTo>
                    <a:pt x="10862" y="12260"/>
                    <a:pt x="11458" y="12280"/>
                    <a:pt x="12035" y="12280"/>
                  </a:cubicBezTo>
                  <a:cubicBezTo>
                    <a:pt x="13666" y="12260"/>
                    <a:pt x="15596" y="12359"/>
                    <a:pt x="17148" y="11842"/>
                  </a:cubicBezTo>
                  <a:cubicBezTo>
                    <a:pt x="17585" y="11703"/>
                    <a:pt x="18480" y="11743"/>
                    <a:pt x="18799" y="11444"/>
                  </a:cubicBezTo>
                  <a:cubicBezTo>
                    <a:pt x="19097" y="11186"/>
                    <a:pt x="19137" y="8480"/>
                    <a:pt x="19197" y="8082"/>
                  </a:cubicBezTo>
                  <a:cubicBezTo>
                    <a:pt x="19296" y="7128"/>
                    <a:pt x="19197" y="6213"/>
                    <a:pt x="19097" y="5258"/>
                  </a:cubicBezTo>
                  <a:cubicBezTo>
                    <a:pt x="19037" y="4701"/>
                    <a:pt x="18978" y="4144"/>
                    <a:pt x="18918" y="3567"/>
                  </a:cubicBezTo>
                  <a:cubicBezTo>
                    <a:pt x="18898" y="3328"/>
                    <a:pt x="18878" y="3050"/>
                    <a:pt x="18918" y="2811"/>
                  </a:cubicBezTo>
                  <a:cubicBezTo>
                    <a:pt x="19018" y="2314"/>
                    <a:pt x="19376" y="1916"/>
                    <a:pt x="19793" y="1657"/>
                  </a:cubicBezTo>
                  <a:cubicBezTo>
                    <a:pt x="20012" y="1538"/>
                    <a:pt x="20231" y="1438"/>
                    <a:pt x="20470" y="1359"/>
                  </a:cubicBezTo>
                  <a:cubicBezTo>
                    <a:pt x="20669" y="1279"/>
                    <a:pt x="21007" y="1279"/>
                    <a:pt x="21166" y="1160"/>
                  </a:cubicBezTo>
                  <a:cubicBezTo>
                    <a:pt x="20510" y="663"/>
                    <a:pt x="19575" y="324"/>
                    <a:pt x="18779" y="125"/>
                  </a:cubicBezTo>
                  <a:cubicBezTo>
                    <a:pt x="18426" y="45"/>
                    <a:pt x="18067" y="1"/>
                    <a:pt x="17712" y="1"/>
                  </a:cubicBezTo>
                  <a:close/>
                </a:path>
              </a:pathLst>
            </a:custGeom>
            <a:solidFill>
              <a:schemeClr val="accent6"/>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10" name="Google Shape;673;p20">
              <a:extLst>
                <a:ext uri="{FF2B5EF4-FFF2-40B4-BE49-F238E27FC236}">
                  <a16:creationId xmlns:a16="http://schemas.microsoft.com/office/drawing/2014/main" id="{4202E403-11DE-437F-99DF-6E1F489375F5}"/>
                </a:ext>
              </a:extLst>
            </p:cNvPr>
            <p:cNvSpPr/>
            <p:nvPr/>
          </p:nvSpPr>
          <p:spPr>
            <a:xfrm>
              <a:off x="3984432" y="951237"/>
              <a:ext cx="148532" cy="184391"/>
            </a:xfrm>
            <a:custGeom>
              <a:avLst/>
              <a:gdLst/>
              <a:ahLst/>
              <a:cxnLst/>
              <a:rect l="l" t="t" r="r" b="b"/>
              <a:pathLst>
                <a:path w="4606" h="5718" extrusionOk="0">
                  <a:moveTo>
                    <a:pt x="3472" y="1"/>
                  </a:moveTo>
                  <a:cubicBezTo>
                    <a:pt x="3472" y="1"/>
                    <a:pt x="2079" y="299"/>
                    <a:pt x="1363" y="677"/>
                  </a:cubicBezTo>
                  <a:cubicBezTo>
                    <a:pt x="627" y="1035"/>
                    <a:pt x="826" y="2209"/>
                    <a:pt x="826" y="2209"/>
                  </a:cubicBezTo>
                  <a:cubicBezTo>
                    <a:pt x="826" y="2209"/>
                    <a:pt x="603" y="2087"/>
                    <a:pt x="390" y="2087"/>
                  </a:cubicBezTo>
                  <a:cubicBezTo>
                    <a:pt x="191" y="2087"/>
                    <a:pt x="1" y="2193"/>
                    <a:pt x="10" y="2607"/>
                  </a:cubicBezTo>
                  <a:cubicBezTo>
                    <a:pt x="22" y="3195"/>
                    <a:pt x="299" y="3325"/>
                    <a:pt x="542" y="3325"/>
                  </a:cubicBezTo>
                  <a:cubicBezTo>
                    <a:pt x="734" y="3325"/>
                    <a:pt x="906" y="3243"/>
                    <a:pt x="906" y="3243"/>
                  </a:cubicBezTo>
                  <a:lnTo>
                    <a:pt x="906" y="3243"/>
                  </a:lnTo>
                  <a:cubicBezTo>
                    <a:pt x="906" y="3244"/>
                    <a:pt x="667" y="5471"/>
                    <a:pt x="786" y="5551"/>
                  </a:cubicBezTo>
                  <a:cubicBezTo>
                    <a:pt x="1002" y="5669"/>
                    <a:pt x="1199" y="5718"/>
                    <a:pt x="1377" y="5718"/>
                  </a:cubicBezTo>
                  <a:cubicBezTo>
                    <a:pt x="2170" y="5718"/>
                    <a:pt x="2583" y="4754"/>
                    <a:pt x="2596" y="4754"/>
                  </a:cubicBezTo>
                  <a:cubicBezTo>
                    <a:pt x="2596" y="4754"/>
                    <a:pt x="2596" y="4755"/>
                    <a:pt x="2596" y="4755"/>
                  </a:cubicBezTo>
                  <a:lnTo>
                    <a:pt x="3014" y="4119"/>
                  </a:lnTo>
                  <a:cubicBezTo>
                    <a:pt x="3014" y="4119"/>
                    <a:pt x="3512" y="3920"/>
                    <a:pt x="4069" y="3681"/>
                  </a:cubicBezTo>
                  <a:cubicBezTo>
                    <a:pt x="4606" y="3422"/>
                    <a:pt x="4208" y="1910"/>
                    <a:pt x="4088" y="1314"/>
                  </a:cubicBezTo>
                  <a:cubicBezTo>
                    <a:pt x="3949" y="598"/>
                    <a:pt x="3472" y="1"/>
                    <a:pt x="3472" y="1"/>
                  </a:cubicBezTo>
                  <a:close/>
                </a:path>
              </a:pathLst>
            </a:custGeom>
            <a:solidFill>
              <a:srgbClr val="F0A6A6"/>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11" name="Google Shape;674;p20">
              <a:extLst>
                <a:ext uri="{FF2B5EF4-FFF2-40B4-BE49-F238E27FC236}">
                  <a16:creationId xmlns:a16="http://schemas.microsoft.com/office/drawing/2014/main" id="{E3968365-4875-43CF-B33F-A78B0F199F2F}"/>
                </a:ext>
              </a:extLst>
            </p:cNvPr>
            <p:cNvSpPr/>
            <p:nvPr/>
          </p:nvSpPr>
          <p:spPr>
            <a:xfrm>
              <a:off x="3988592" y="970747"/>
              <a:ext cx="150144" cy="150080"/>
            </a:xfrm>
            <a:custGeom>
              <a:avLst/>
              <a:gdLst/>
              <a:ahLst/>
              <a:cxnLst/>
              <a:rect l="l" t="t" r="r" b="b"/>
              <a:pathLst>
                <a:path w="4656" h="4654" extrusionOk="0">
                  <a:moveTo>
                    <a:pt x="557" y="0"/>
                  </a:moveTo>
                  <a:cubicBezTo>
                    <a:pt x="497" y="0"/>
                    <a:pt x="436" y="10"/>
                    <a:pt x="379" y="32"/>
                  </a:cubicBezTo>
                  <a:cubicBezTo>
                    <a:pt x="140" y="132"/>
                    <a:pt x="1" y="410"/>
                    <a:pt x="1" y="689"/>
                  </a:cubicBezTo>
                  <a:cubicBezTo>
                    <a:pt x="1" y="967"/>
                    <a:pt x="80" y="1206"/>
                    <a:pt x="180" y="1465"/>
                  </a:cubicBezTo>
                  <a:cubicBezTo>
                    <a:pt x="379" y="1982"/>
                    <a:pt x="558" y="2499"/>
                    <a:pt x="757" y="3016"/>
                  </a:cubicBezTo>
                  <a:cubicBezTo>
                    <a:pt x="896" y="3454"/>
                    <a:pt x="1075" y="3892"/>
                    <a:pt x="1433" y="4190"/>
                  </a:cubicBezTo>
                  <a:cubicBezTo>
                    <a:pt x="1692" y="4409"/>
                    <a:pt x="2030" y="4508"/>
                    <a:pt x="2368" y="4588"/>
                  </a:cubicBezTo>
                  <a:cubicBezTo>
                    <a:pt x="2574" y="4629"/>
                    <a:pt x="2783" y="4653"/>
                    <a:pt x="2991" y="4653"/>
                  </a:cubicBezTo>
                  <a:cubicBezTo>
                    <a:pt x="3284" y="4653"/>
                    <a:pt x="3572" y="4605"/>
                    <a:pt x="3840" y="4488"/>
                  </a:cubicBezTo>
                  <a:cubicBezTo>
                    <a:pt x="4278" y="4289"/>
                    <a:pt x="4656" y="3852"/>
                    <a:pt x="4656" y="3354"/>
                  </a:cubicBezTo>
                  <a:cubicBezTo>
                    <a:pt x="4656" y="3076"/>
                    <a:pt x="4556" y="2797"/>
                    <a:pt x="4457" y="2559"/>
                  </a:cubicBezTo>
                  <a:cubicBezTo>
                    <a:pt x="4337" y="2260"/>
                    <a:pt x="4218" y="1962"/>
                    <a:pt x="4119" y="1664"/>
                  </a:cubicBezTo>
                  <a:cubicBezTo>
                    <a:pt x="3661" y="2022"/>
                    <a:pt x="3064" y="2260"/>
                    <a:pt x="2487" y="2280"/>
                  </a:cubicBezTo>
                  <a:cubicBezTo>
                    <a:pt x="2288" y="2280"/>
                    <a:pt x="2090" y="2280"/>
                    <a:pt x="1950" y="2181"/>
                  </a:cubicBezTo>
                  <a:cubicBezTo>
                    <a:pt x="1592" y="1982"/>
                    <a:pt x="1533" y="1504"/>
                    <a:pt x="1493" y="1107"/>
                  </a:cubicBezTo>
                  <a:cubicBezTo>
                    <a:pt x="1453" y="709"/>
                    <a:pt x="1354" y="231"/>
                    <a:pt x="976" y="92"/>
                  </a:cubicBezTo>
                  <a:lnTo>
                    <a:pt x="976" y="92"/>
                  </a:lnTo>
                  <a:lnTo>
                    <a:pt x="995" y="327"/>
                  </a:lnTo>
                  <a:lnTo>
                    <a:pt x="995" y="327"/>
                  </a:lnTo>
                  <a:cubicBezTo>
                    <a:pt x="977" y="127"/>
                    <a:pt x="770" y="0"/>
                    <a:pt x="557" y="0"/>
                  </a:cubicBezTo>
                  <a:close/>
                </a:path>
              </a:pathLst>
            </a:custGeom>
            <a:solidFill>
              <a:srgbClr val="1D1D1B"/>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12" name="Google Shape;675;p20">
              <a:extLst>
                <a:ext uri="{FF2B5EF4-FFF2-40B4-BE49-F238E27FC236}">
                  <a16:creationId xmlns:a16="http://schemas.microsoft.com/office/drawing/2014/main" id="{1E429F59-9F88-462B-94D4-3F6698F3435A}"/>
                </a:ext>
              </a:extLst>
            </p:cNvPr>
            <p:cNvSpPr/>
            <p:nvPr/>
          </p:nvSpPr>
          <p:spPr>
            <a:xfrm>
              <a:off x="4007876" y="907185"/>
              <a:ext cx="115478" cy="74234"/>
            </a:xfrm>
            <a:custGeom>
              <a:avLst/>
              <a:gdLst/>
              <a:ahLst/>
              <a:cxnLst/>
              <a:rect l="l" t="t" r="r" b="b"/>
              <a:pathLst>
                <a:path w="3581" h="2302" extrusionOk="0">
                  <a:moveTo>
                    <a:pt x="3033" y="0"/>
                  </a:moveTo>
                  <a:cubicBezTo>
                    <a:pt x="2814" y="0"/>
                    <a:pt x="2570" y="131"/>
                    <a:pt x="2387" y="273"/>
                  </a:cubicBezTo>
                  <a:cubicBezTo>
                    <a:pt x="1969" y="591"/>
                    <a:pt x="1551" y="1009"/>
                    <a:pt x="1034" y="1108"/>
                  </a:cubicBezTo>
                  <a:cubicBezTo>
                    <a:pt x="775" y="1168"/>
                    <a:pt x="497" y="1168"/>
                    <a:pt x="298" y="1307"/>
                  </a:cubicBezTo>
                  <a:cubicBezTo>
                    <a:pt x="218" y="1387"/>
                    <a:pt x="159" y="1486"/>
                    <a:pt x="99" y="1586"/>
                  </a:cubicBezTo>
                  <a:cubicBezTo>
                    <a:pt x="6" y="1790"/>
                    <a:pt x="0" y="2063"/>
                    <a:pt x="145" y="2260"/>
                  </a:cubicBezTo>
                  <a:lnTo>
                    <a:pt x="145" y="2260"/>
                  </a:lnTo>
                  <a:cubicBezTo>
                    <a:pt x="740" y="2084"/>
                    <a:pt x="1394" y="2242"/>
                    <a:pt x="2009" y="2083"/>
                  </a:cubicBezTo>
                  <a:cubicBezTo>
                    <a:pt x="2586" y="1964"/>
                    <a:pt x="3123" y="1566"/>
                    <a:pt x="3381" y="1009"/>
                  </a:cubicBezTo>
                  <a:cubicBezTo>
                    <a:pt x="3540" y="730"/>
                    <a:pt x="3580" y="273"/>
                    <a:pt x="3282" y="74"/>
                  </a:cubicBezTo>
                  <a:cubicBezTo>
                    <a:pt x="3207" y="22"/>
                    <a:pt x="3122" y="0"/>
                    <a:pt x="3033" y="0"/>
                  </a:cubicBezTo>
                  <a:close/>
                  <a:moveTo>
                    <a:pt x="145" y="2260"/>
                  </a:moveTo>
                  <a:cubicBezTo>
                    <a:pt x="143" y="2261"/>
                    <a:pt x="141" y="2261"/>
                    <a:pt x="139" y="2262"/>
                  </a:cubicBezTo>
                  <a:lnTo>
                    <a:pt x="179" y="2302"/>
                  </a:lnTo>
                  <a:cubicBezTo>
                    <a:pt x="167" y="2288"/>
                    <a:pt x="155" y="2274"/>
                    <a:pt x="145" y="2260"/>
                  </a:cubicBezTo>
                  <a:close/>
                </a:path>
              </a:pathLst>
            </a:custGeom>
            <a:solidFill>
              <a:srgbClr val="1D1D1B"/>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13" name="Google Shape;676;p20">
              <a:extLst>
                <a:ext uri="{FF2B5EF4-FFF2-40B4-BE49-F238E27FC236}">
                  <a16:creationId xmlns:a16="http://schemas.microsoft.com/office/drawing/2014/main" id="{AA989FAB-A882-41D7-8827-420354039582}"/>
                </a:ext>
              </a:extLst>
            </p:cNvPr>
            <p:cNvSpPr/>
            <p:nvPr/>
          </p:nvSpPr>
          <p:spPr>
            <a:xfrm>
              <a:off x="3919645" y="1891063"/>
              <a:ext cx="167784" cy="46952"/>
            </a:xfrm>
            <a:custGeom>
              <a:avLst/>
              <a:gdLst/>
              <a:ahLst/>
              <a:cxnLst/>
              <a:rect l="l" t="t" r="r" b="b"/>
              <a:pathLst>
                <a:path w="5203" h="1456" extrusionOk="0">
                  <a:moveTo>
                    <a:pt x="707" y="1"/>
                  </a:moveTo>
                  <a:lnTo>
                    <a:pt x="707" y="1"/>
                  </a:lnTo>
                  <a:cubicBezTo>
                    <a:pt x="706" y="1"/>
                    <a:pt x="1" y="799"/>
                    <a:pt x="815" y="799"/>
                  </a:cubicBezTo>
                  <a:cubicBezTo>
                    <a:pt x="843" y="799"/>
                    <a:pt x="873" y="798"/>
                    <a:pt x="905" y="796"/>
                  </a:cubicBezTo>
                  <a:cubicBezTo>
                    <a:pt x="950" y="793"/>
                    <a:pt x="995" y="791"/>
                    <a:pt x="1040" y="791"/>
                  </a:cubicBezTo>
                  <a:cubicBezTo>
                    <a:pt x="1902" y="791"/>
                    <a:pt x="2819" y="1456"/>
                    <a:pt x="3900" y="1456"/>
                  </a:cubicBezTo>
                  <a:cubicBezTo>
                    <a:pt x="3942" y="1456"/>
                    <a:pt x="3985" y="1455"/>
                    <a:pt x="4029" y="1453"/>
                  </a:cubicBezTo>
                  <a:cubicBezTo>
                    <a:pt x="5202" y="1373"/>
                    <a:pt x="4287" y="955"/>
                    <a:pt x="3571" y="856"/>
                  </a:cubicBezTo>
                  <a:cubicBezTo>
                    <a:pt x="2835" y="737"/>
                    <a:pt x="2974" y="418"/>
                    <a:pt x="2974" y="418"/>
                  </a:cubicBezTo>
                  <a:lnTo>
                    <a:pt x="707" y="1"/>
                  </a:lnTo>
                  <a:close/>
                </a:path>
              </a:pathLst>
            </a:custGeom>
            <a:solidFill>
              <a:srgbClr val="434782"/>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14" name="Google Shape;677;p20">
              <a:extLst>
                <a:ext uri="{FF2B5EF4-FFF2-40B4-BE49-F238E27FC236}">
                  <a16:creationId xmlns:a16="http://schemas.microsoft.com/office/drawing/2014/main" id="{B4A6FAE7-7B64-4E54-B0C5-C775DB01689D}"/>
                </a:ext>
              </a:extLst>
            </p:cNvPr>
            <p:cNvSpPr/>
            <p:nvPr/>
          </p:nvSpPr>
          <p:spPr>
            <a:xfrm>
              <a:off x="3671914" y="1830758"/>
              <a:ext cx="155691" cy="47049"/>
            </a:xfrm>
            <a:custGeom>
              <a:avLst/>
              <a:gdLst/>
              <a:ahLst/>
              <a:cxnLst/>
              <a:rect l="l" t="t" r="r" b="b"/>
              <a:pathLst>
                <a:path w="4828" h="1459" extrusionOk="0">
                  <a:moveTo>
                    <a:pt x="650" y="1"/>
                  </a:moveTo>
                  <a:lnTo>
                    <a:pt x="650" y="1"/>
                  </a:lnTo>
                  <a:cubicBezTo>
                    <a:pt x="650" y="1"/>
                    <a:pt x="0" y="799"/>
                    <a:pt x="746" y="799"/>
                  </a:cubicBezTo>
                  <a:cubicBezTo>
                    <a:pt x="772" y="799"/>
                    <a:pt x="800" y="798"/>
                    <a:pt x="829" y="796"/>
                  </a:cubicBezTo>
                  <a:cubicBezTo>
                    <a:pt x="851" y="795"/>
                    <a:pt x="873" y="795"/>
                    <a:pt x="895" y="795"/>
                  </a:cubicBezTo>
                  <a:cubicBezTo>
                    <a:pt x="1709" y="795"/>
                    <a:pt x="2575" y="1459"/>
                    <a:pt x="3574" y="1459"/>
                  </a:cubicBezTo>
                  <a:cubicBezTo>
                    <a:pt x="3627" y="1459"/>
                    <a:pt x="3680" y="1457"/>
                    <a:pt x="3734" y="1453"/>
                  </a:cubicBezTo>
                  <a:cubicBezTo>
                    <a:pt x="4828" y="1373"/>
                    <a:pt x="3972" y="956"/>
                    <a:pt x="3296" y="856"/>
                  </a:cubicBezTo>
                  <a:cubicBezTo>
                    <a:pt x="2620" y="757"/>
                    <a:pt x="2739" y="399"/>
                    <a:pt x="2739" y="399"/>
                  </a:cubicBezTo>
                  <a:lnTo>
                    <a:pt x="650" y="1"/>
                  </a:lnTo>
                  <a:close/>
                </a:path>
              </a:pathLst>
            </a:custGeom>
            <a:solidFill>
              <a:srgbClr val="434782"/>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15" name="Google Shape;678;p20">
              <a:extLst>
                <a:ext uri="{FF2B5EF4-FFF2-40B4-BE49-F238E27FC236}">
                  <a16:creationId xmlns:a16="http://schemas.microsoft.com/office/drawing/2014/main" id="{B74AA028-66F6-441B-B8C2-29506BFFD12B}"/>
                </a:ext>
              </a:extLst>
            </p:cNvPr>
            <p:cNvSpPr/>
            <p:nvPr/>
          </p:nvSpPr>
          <p:spPr>
            <a:xfrm>
              <a:off x="3901360" y="1440709"/>
              <a:ext cx="284842" cy="60883"/>
            </a:xfrm>
            <a:custGeom>
              <a:avLst/>
              <a:gdLst/>
              <a:ahLst/>
              <a:cxnLst/>
              <a:rect l="l" t="t" r="r" b="b"/>
              <a:pathLst>
                <a:path w="8833" h="1888" extrusionOk="0">
                  <a:moveTo>
                    <a:pt x="0" y="1"/>
                  </a:moveTo>
                  <a:lnTo>
                    <a:pt x="100" y="1374"/>
                  </a:lnTo>
                  <a:cubicBezTo>
                    <a:pt x="111" y="1384"/>
                    <a:pt x="1473" y="1887"/>
                    <a:pt x="3351" y="1887"/>
                  </a:cubicBezTo>
                  <a:cubicBezTo>
                    <a:pt x="4973" y="1887"/>
                    <a:pt x="6980" y="1512"/>
                    <a:pt x="8833" y="120"/>
                  </a:cubicBezTo>
                  <a:lnTo>
                    <a:pt x="8833" y="120"/>
                  </a:lnTo>
                  <a:cubicBezTo>
                    <a:pt x="8832" y="120"/>
                    <a:pt x="6510" y="846"/>
                    <a:pt x="3963" y="846"/>
                  </a:cubicBezTo>
                  <a:cubicBezTo>
                    <a:pt x="2600" y="846"/>
                    <a:pt x="1172" y="639"/>
                    <a:pt x="0" y="1"/>
                  </a:cubicBezTo>
                  <a:close/>
                </a:path>
              </a:pathLst>
            </a:custGeom>
            <a:solidFill>
              <a:srgbClr val="1D1D1B"/>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16" name="Google Shape;679;p20">
              <a:extLst>
                <a:ext uri="{FF2B5EF4-FFF2-40B4-BE49-F238E27FC236}">
                  <a16:creationId xmlns:a16="http://schemas.microsoft.com/office/drawing/2014/main" id="{020BA83A-00AE-490B-BD75-34F84F6D1038}"/>
                </a:ext>
              </a:extLst>
            </p:cNvPr>
            <p:cNvSpPr/>
            <p:nvPr/>
          </p:nvSpPr>
          <p:spPr>
            <a:xfrm>
              <a:off x="3718513" y="1259825"/>
              <a:ext cx="146952" cy="72525"/>
            </a:xfrm>
            <a:custGeom>
              <a:avLst/>
              <a:gdLst/>
              <a:ahLst/>
              <a:cxnLst/>
              <a:rect l="l" t="t" r="r" b="b"/>
              <a:pathLst>
                <a:path w="4557" h="2249" extrusionOk="0">
                  <a:moveTo>
                    <a:pt x="4477" y="0"/>
                  </a:moveTo>
                  <a:cubicBezTo>
                    <a:pt x="4477" y="0"/>
                    <a:pt x="2080" y="1862"/>
                    <a:pt x="15" y="2246"/>
                  </a:cubicBezTo>
                  <a:lnTo>
                    <a:pt x="15" y="2246"/>
                  </a:lnTo>
                  <a:cubicBezTo>
                    <a:pt x="230" y="2221"/>
                    <a:pt x="2947" y="2101"/>
                    <a:pt x="4556" y="856"/>
                  </a:cubicBezTo>
                  <a:lnTo>
                    <a:pt x="4477" y="0"/>
                  </a:lnTo>
                  <a:close/>
                  <a:moveTo>
                    <a:pt x="15" y="2246"/>
                  </a:moveTo>
                  <a:cubicBezTo>
                    <a:pt x="6" y="2246"/>
                    <a:pt x="2" y="2247"/>
                    <a:pt x="1" y="2248"/>
                  </a:cubicBezTo>
                  <a:cubicBezTo>
                    <a:pt x="5" y="2247"/>
                    <a:pt x="10" y="2246"/>
                    <a:pt x="15" y="2246"/>
                  </a:cubicBezTo>
                  <a:close/>
                </a:path>
              </a:pathLst>
            </a:custGeom>
            <a:solidFill>
              <a:srgbClr val="1D1D1B"/>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17" name="Google Shape;680;p20">
              <a:extLst>
                <a:ext uri="{FF2B5EF4-FFF2-40B4-BE49-F238E27FC236}">
                  <a16:creationId xmlns:a16="http://schemas.microsoft.com/office/drawing/2014/main" id="{C76C9A24-26BD-42EC-90F6-E60694D5133C}"/>
                </a:ext>
              </a:extLst>
            </p:cNvPr>
            <p:cNvSpPr/>
            <p:nvPr/>
          </p:nvSpPr>
          <p:spPr>
            <a:xfrm>
              <a:off x="4381860" y="966877"/>
              <a:ext cx="103934" cy="86391"/>
            </a:xfrm>
            <a:custGeom>
              <a:avLst/>
              <a:gdLst/>
              <a:ahLst/>
              <a:cxnLst/>
              <a:rect l="l" t="t" r="r" b="b"/>
              <a:pathLst>
                <a:path w="3223" h="2679" extrusionOk="0">
                  <a:moveTo>
                    <a:pt x="826" y="0"/>
                  </a:moveTo>
                  <a:cubicBezTo>
                    <a:pt x="798" y="0"/>
                    <a:pt x="762" y="27"/>
                    <a:pt x="716" y="93"/>
                  </a:cubicBezTo>
                  <a:cubicBezTo>
                    <a:pt x="438" y="490"/>
                    <a:pt x="0" y="1505"/>
                    <a:pt x="0" y="1505"/>
                  </a:cubicBezTo>
                  <a:lnTo>
                    <a:pt x="617" y="2679"/>
                  </a:lnTo>
                  <a:cubicBezTo>
                    <a:pt x="617" y="2679"/>
                    <a:pt x="3223" y="1286"/>
                    <a:pt x="2765" y="749"/>
                  </a:cubicBezTo>
                  <a:cubicBezTo>
                    <a:pt x="2597" y="567"/>
                    <a:pt x="2319" y="508"/>
                    <a:pt x="2029" y="508"/>
                  </a:cubicBezTo>
                  <a:cubicBezTo>
                    <a:pt x="1493" y="508"/>
                    <a:pt x="915" y="709"/>
                    <a:pt x="915" y="709"/>
                  </a:cubicBezTo>
                  <a:cubicBezTo>
                    <a:pt x="915" y="709"/>
                    <a:pt x="971" y="0"/>
                    <a:pt x="826" y="0"/>
                  </a:cubicBezTo>
                  <a:close/>
                </a:path>
              </a:pathLst>
            </a:custGeom>
            <a:solidFill>
              <a:srgbClr val="F0A6A6"/>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18" name="Google Shape;681;p20">
              <a:extLst>
                <a:ext uri="{FF2B5EF4-FFF2-40B4-BE49-F238E27FC236}">
                  <a16:creationId xmlns:a16="http://schemas.microsoft.com/office/drawing/2014/main" id="{08525D58-980C-457B-AD42-A9FE6B8CED07}"/>
                </a:ext>
              </a:extLst>
            </p:cNvPr>
            <p:cNvSpPr/>
            <p:nvPr/>
          </p:nvSpPr>
          <p:spPr>
            <a:xfrm>
              <a:off x="4134257" y="998159"/>
              <a:ext cx="291130" cy="196258"/>
            </a:xfrm>
            <a:custGeom>
              <a:avLst/>
              <a:gdLst/>
              <a:ahLst/>
              <a:cxnLst/>
              <a:rect l="l" t="t" r="r" b="b"/>
              <a:pathLst>
                <a:path w="9028" h="6086" extrusionOk="0">
                  <a:moveTo>
                    <a:pt x="6960" y="0"/>
                  </a:moveTo>
                  <a:cubicBezTo>
                    <a:pt x="6515" y="0"/>
                    <a:pt x="6018" y="141"/>
                    <a:pt x="5530" y="455"/>
                  </a:cubicBezTo>
                  <a:cubicBezTo>
                    <a:pt x="4626" y="1046"/>
                    <a:pt x="3449" y="2503"/>
                    <a:pt x="1666" y="2503"/>
                  </a:cubicBezTo>
                  <a:cubicBezTo>
                    <a:pt x="1409" y="2503"/>
                    <a:pt x="1139" y="2473"/>
                    <a:pt x="855" y="2405"/>
                  </a:cubicBezTo>
                  <a:cubicBezTo>
                    <a:pt x="816" y="2395"/>
                    <a:pt x="780" y="2390"/>
                    <a:pt x="748" y="2390"/>
                  </a:cubicBezTo>
                  <a:lnTo>
                    <a:pt x="748" y="2390"/>
                  </a:lnTo>
                  <a:cubicBezTo>
                    <a:pt x="1" y="2390"/>
                    <a:pt x="928" y="4941"/>
                    <a:pt x="1690" y="6085"/>
                  </a:cubicBezTo>
                  <a:cubicBezTo>
                    <a:pt x="4197" y="5846"/>
                    <a:pt x="6823" y="4434"/>
                    <a:pt x="8076" y="2544"/>
                  </a:cubicBezTo>
                  <a:cubicBezTo>
                    <a:pt x="9028" y="1094"/>
                    <a:pt x="8201" y="0"/>
                    <a:pt x="6960" y="0"/>
                  </a:cubicBezTo>
                  <a:close/>
                </a:path>
              </a:pathLst>
            </a:custGeom>
            <a:solidFill>
              <a:schemeClr val="accent6"/>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19" name="Google Shape;682;p20">
              <a:extLst>
                <a:ext uri="{FF2B5EF4-FFF2-40B4-BE49-F238E27FC236}">
                  <a16:creationId xmlns:a16="http://schemas.microsoft.com/office/drawing/2014/main" id="{8552B155-9E96-4419-B6F1-78ADB5ADD0DA}"/>
                </a:ext>
              </a:extLst>
            </p:cNvPr>
            <p:cNvSpPr/>
            <p:nvPr/>
          </p:nvSpPr>
          <p:spPr>
            <a:xfrm>
              <a:off x="4173342" y="1151405"/>
              <a:ext cx="150144" cy="44276"/>
            </a:xfrm>
            <a:custGeom>
              <a:avLst/>
              <a:gdLst/>
              <a:ahLst/>
              <a:cxnLst/>
              <a:rect l="l" t="t" r="r" b="b"/>
              <a:pathLst>
                <a:path w="4656" h="1373" extrusionOk="0">
                  <a:moveTo>
                    <a:pt x="4656" y="0"/>
                  </a:moveTo>
                  <a:lnTo>
                    <a:pt x="4656" y="0"/>
                  </a:lnTo>
                  <a:cubicBezTo>
                    <a:pt x="3366" y="562"/>
                    <a:pt x="1569" y="644"/>
                    <a:pt x="530" y="644"/>
                  </a:cubicBezTo>
                  <a:cubicBezTo>
                    <a:pt x="319" y="644"/>
                    <a:pt x="139" y="640"/>
                    <a:pt x="1" y="637"/>
                  </a:cubicBezTo>
                  <a:lnTo>
                    <a:pt x="1" y="637"/>
                  </a:lnTo>
                  <a:cubicBezTo>
                    <a:pt x="180" y="856"/>
                    <a:pt x="339" y="1114"/>
                    <a:pt x="518" y="1373"/>
                  </a:cubicBezTo>
                  <a:cubicBezTo>
                    <a:pt x="2507" y="1333"/>
                    <a:pt x="4655" y="1"/>
                    <a:pt x="4656" y="0"/>
                  </a:cubicBezTo>
                  <a:close/>
                </a:path>
              </a:pathLst>
            </a:custGeom>
            <a:solidFill>
              <a:srgbClr val="1D1D1B"/>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grpSp>
      <p:grpSp>
        <p:nvGrpSpPr>
          <p:cNvPr id="20" name="Google Shape;683;p20">
            <a:extLst>
              <a:ext uri="{FF2B5EF4-FFF2-40B4-BE49-F238E27FC236}">
                <a16:creationId xmlns:a16="http://schemas.microsoft.com/office/drawing/2014/main" id="{F67B2BFD-AF00-4AA6-AD53-4AD3672E3D9B}"/>
              </a:ext>
            </a:extLst>
          </p:cNvPr>
          <p:cNvGrpSpPr/>
          <p:nvPr/>
        </p:nvGrpSpPr>
        <p:grpSpPr>
          <a:xfrm>
            <a:off x="4006515" y="4527949"/>
            <a:ext cx="2647197" cy="1663368"/>
            <a:chOff x="2761317" y="3461521"/>
            <a:chExt cx="2014228" cy="1265641"/>
          </a:xfrm>
        </p:grpSpPr>
        <p:sp>
          <p:nvSpPr>
            <p:cNvPr id="21" name="Google Shape;684;p20">
              <a:extLst>
                <a:ext uri="{FF2B5EF4-FFF2-40B4-BE49-F238E27FC236}">
                  <a16:creationId xmlns:a16="http://schemas.microsoft.com/office/drawing/2014/main" id="{AF87E168-72CB-49D3-A2B8-EB24A91CD6D7}"/>
                </a:ext>
              </a:extLst>
            </p:cNvPr>
            <p:cNvSpPr/>
            <p:nvPr/>
          </p:nvSpPr>
          <p:spPr>
            <a:xfrm>
              <a:off x="3192311" y="3461521"/>
              <a:ext cx="1583233" cy="1200655"/>
            </a:xfrm>
            <a:custGeom>
              <a:avLst/>
              <a:gdLst/>
              <a:ahLst/>
              <a:cxnLst/>
              <a:rect l="l" t="t" r="r" b="b"/>
              <a:pathLst>
                <a:path w="49395" h="37459" extrusionOk="0">
                  <a:moveTo>
                    <a:pt x="3562" y="0"/>
                  </a:moveTo>
                  <a:cubicBezTo>
                    <a:pt x="1592" y="0"/>
                    <a:pt x="1" y="1592"/>
                    <a:pt x="1" y="3561"/>
                  </a:cubicBezTo>
                  <a:lnTo>
                    <a:pt x="1" y="33898"/>
                  </a:lnTo>
                  <a:cubicBezTo>
                    <a:pt x="1" y="35867"/>
                    <a:pt x="1592" y="37458"/>
                    <a:pt x="3562" y="37458"/>
                  </a:cubicBezTo>
                  <a:lnTo>
                    <a:pt x="33898" y="37458"/>
                  </a:lnTo>
                  <a:cubicBezTo>
                    <a:pt x="35868" y="37458"/>
                    <a:pt x="37459" y="35867"/>
                    <a:pt x="37459" y="33898"/>
                  </a:cubicBezTo>
                  <a:lnTo>
                    <a:pt x="37459" y="24309"/>
                  </a:lnTo>
                  <a:cubicBezTo>
                    <a:pt x="37459" y="23620"/>
                    <a:pt x="38010" y="23137"/>
                    <a:pt x="38602" y="23137"/>
                  </a:cubicBezTo>
                  <a:cubicBezTo>
                    <a:pt x="38814" y="23137"/>
                    <a:pt x="39030" y="23198"/>
                    <a:pt x="39229" y="23335"/>
                  </a:cubicBezTo>
                  <a:lnTo>
                    <a:pt x="39249" y="23335"/>
                  </a:lnTo>
                  <a:cubicBezTo>
                    <a:pt x="40150" y="23966"/>
                    <a:pt x="41242" y="24336"/>
                    <a:pt x="42423" y="24336"/>
                  </a:cubicBezTo>
                  <a:cubicBezTo>
                    <a:pt x="43250" y="24336"/>
                    <a:pt x="44121" y="24154"/>
                    <a:pt x="44998" y="23752"/>
                  </a:cubicBezTo>
                  <a:cubicBezTo>
                    <a:pt x="46053" y="23275"/>
                    <a:pt x="46928" y="22439"/>
                    <a:pt x="47425" y="21365"/>
                  </a:cubicBezTo>
                  <a:cubicBezTo>
                    <a:pt x="49395" y="17188"/>
                    <a:pt x="46391" y="13090"/>
                    <a:pt x="42432" y="13090"/>
                  </a:cubicBezTo>
                  <a:cubicBezTo>
                    <a:pt x="41258" y="13090"/>
                    <a:pt x="40184" y="13428"/>
                    <a:pt x="39289" y="14045"/>
                  </a:cubicBezTo>
                  <a:cubicBezTo>
                    <a:pt x="39269" y="14084"/>
                    <a:pt x="39249" y="14084"/>
                    <a:pt x="39229" y="14104"/>
                  </a:cubicBezTo>
                  <a:cubicBezTo>
                    <a:pt x="39032" y="14231"/>
                    <a:pt x="38821" y="14288"/>
                    <a:pt x="38615" y="14288"/>
                  </a:cubicBezTo>
                  <a:cubicBezTo>
                    <a:pt x="38012" y="14288"/>
                    <a:pt x="37459" y="13797"/>
                    <a:pt x="37459" y="13130"/>
                  </a:cubicBezTo>
                  <a:lnTo>
                    <a:pt x="37459" y="3561"/>
                  </a:lnTo>
                  <a:cubicBezTo>
                    <a:pt x="37499" y="1592"/>
                    <a:pt x="35887" y="0"/>
                    <a:pt x="33918" y="0"/>
                  </a:cubicBezTo>
                  <a:lnTo>
                    <a:pt x="23972" y="0"/>
                  </a:lnTo>
                  <a:cubicBezTo>
                    <a:pt x="23275" y="199"/>
                    <a:pt x="22897" y="1055"/>
                    <a:pt x="23335" y="1711"/>
                  </a:cubicBezTo>
                  <a:cubicBezTo>
                    <a:pt x="23355" y="1751"/>
                    <a:pt x="23355" y="1771"/>
                    <a:pt x="23375" y="1791"/>
                  </a:cubicBezTo>
                  <a:cubicBezTo>
                    <a:pt x="23972" y="2686"/>
                    <a:pt x="24350" y="3780"/>
                    <a:pt x="24350" y="4934"/>
                  </a:cubicBezTo>
                  <a:cubicBezTo>
                    <a:pt x="24350" y="8020"/>
                    <a:pt x="21833" y="10545"/>
                    <a:pt x="18733" y="10545"/>
                  </a:cubicBezTo>
                  <a:cubicBezTo>
                    <a:pt x="17878" y="10545"/>
                    <a:pt x="16978" y="10353"/>
                    <a:pt x="16074" y="9927"/>
                  </a:cubicBezTo>
                  <a:cubicBezTo>
                    <a:pt x="15000" y="9429"/>
                    <a:pt x="14184" y="8554"/>
                    <a:pt x="13687" y="7500"/>
                  </a:cubicBezTo>
                  <a:cubicBezTo>
                    <a:pt x="12732" y="5371"/>
                    <a:pt x="13070" y="3283"/>
                    <a:pt x="14105" y="1751"/>
                  </a:cubicBezTo>
                  <a:lnTo>
                    <a:pt x="14105" y="1711"/>
                  </a:lnTo>
                  <a:cubicBezTo>
                    <a:pt x="14562" y="1075"/>
                    <a:pt x="14184" y="199"/>
                    <a:pt x="13468" y="0"/>
                  </a:cubicBezTo>
                  <a:close/>
                </a:path>
              </a:pathLst>
            </a:custGeom>
            <a:solidFill>
              <a:schemeClr val="accent6"/>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22" name="Google Shape;685;p20">
              <a:extLst>
                <a:ext uri="{FF2B5EF4-FFF2-40B4-BE49-F238E27FC236}">
                  <a16:creationId xmlns:a16="http://schemas.microsoft.com/office/drawing/2014/main" id="{7697865C-D856-4D66-BAC5-E3D5E4368341}"/>
                </a:ext>
              </a:extLst>
            </p:cNvPr>
            <p:cNvSpPr/>
            <p:nvPr/>
          </p:nvSpPr>
          <p:spPr>
            <a:xfrm>
              <a:off x="3403369" y="4001553"/>
              <a:ext cx="81638" cy="61893"/>
            </a:xfrm>
            <a:custGeom>
              <a:avLst/>
              <a:gdLst/>
              <a:ahLst/>
              <a:cxnLst/>
              <a:rect l="l" t="t" r="r" b="b"/>
              <a:pathLst>
                <a:path w="2547" h="1931" extrusionOk="0">
                  <a:moveTo>
                    <a:pt x="1174" y="0"/>
                  </a:moveTo>
                  <a:cubicBezTo>
                    <a:pt x="597" y="0"/>
                    <a:pt x="0" y="259"/>
                    <a:pt x="0" y="259"/>
                  </a:cubicBezTo>
                  <a:lnTo>
                    <a:pt x="20" y="259"/>
                  </a:lnTo>
                  <a:lnTo>
                    <a:pt x="20" y="1930"/>
                  </a:lnTo>
                  <a:cubicBezTo>
                    <a:pt x="1313" y="1910"/>
                    <a:pt x="2547" y="1413"/>
                    <a:pt x="2209" y="1015"/>
                  </a:cubicBezTo>
                  <a:cubicBezTo>
                    <a:pt x="1850" y="637"/>
                    <a:pt x="1035" y="418"/>
                    <a:pt x="1035" y="418"/>
                  </a:cubicBezTo>
                  <a:cubicBezTo>
                    <a:pt x="1035" y="418"/>
                    <a:pt x="1751" y="0"/>
                    <a:pt x="1174" y="0"/>
                  </a:cubicBezTo>
                  <a:close/>
                </a:path>
              </a:pathLst>
            </a:custGeom>
            <a:solidFill>
              <a:srgbClr val="F0A6A6"/>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23" name="Google Shape;686;p20">
              <a:extLst>
                <a:ext uri="{FF2B5EF4-FFF2-40B4-BE49-F238E27FC236}">
                  <a16:creationId xmlns:a16="http://schemas.microsoft.com/office/drawing/2014/main" id="{4D4FBA35-3016-45FB-844C-9E2D8D452F2E}"/>
                </a:ext>
              </a:extLst>
            </p:cNvPr>
            <p:cNvSpPr/>
            <p:nvPr/>
          </p:nvSpPr>
          <p:spPr>
            <a:xfrm>
              <a:off x="2768977" y="4078700"/>
              <a:ext cx="351969" cy="634383"/>
            </a:xfrm>
            <a:custGeom>
              <a:avLst/>
              <a:gdLst/>
              <a:ahLst/>
              <a:cxnLst/>
              <a:rect l="l" t="t" r="r" b="b"/>
              <a:pathLst>
                <a:path w="10981" h="19792" extrusionOk="0">
                  <a:moveTo>
                    <a:pt x="4914" y="1"/>
                  </a:moveTo>
                  <a:cubicBezTo>
                    <a:pt x="4914" y="1"/>
                    <a:pt x="3163" y="3382"/>
                    <a:pt x="3263" y="5590"/>
                  </a:cubicBezTo>
                  <a:cubicBezTo>
                    <a:pt x="3362" y="7798"/>
                    <a:pt x="4019" y="10743"/>
                    <a:pt x="2248" y="14721"/>
                  </a:cubicBezTo>
                  <a:cubicBezTo>
                    <a:pt x="478" y="18700"/>
                    <a:pt x="0" y="19694"/>
                    <a:pt x="0" y="19694"/>
                  </a:cubicBezTo>
                  <a:cubicBezTo>
                    <a:pt x="0" y="19694"/>
                    <a:pt x="495" y="19792"/>
                    <a:pt x="1161" y="19792"/>
                  </a:cubicBezTo>
                  <a:cubicBezTo>
                    <a:pt x="1494" y="19792"/>
                    <a:pt x="1870" y="19767"/>
                    <a:pt x="2248" y="19694"/>
                  </a:cubicBezTo>
                  <a:cubicBezTo>
                    <a:pt x="2248" y="19694"/>
                    <a:pt x="4914" y="17367"/>
                    <a:pt x="6664" y="13886"/>
                  </a:cubicBezTo>
                  <a:cubicBezTo>
                    <a:pt x="8136" y="11001"/>
                    <a:pt x="8614" y="7560"/>
                    <a:pt x="8733" y="6466"/>
                  </a:cubicBezTo>
                  <a:lnTo>
                    <a:pt x="10981" y="518"/>
                  </a:lnTo>
                  <a:lnTo>
                    <a:pt x="4914" y="1"/>
                  </a:lnTo>
                  <a:close/>
                </a:path>
              </a:pathLst>
            </a:custGeom>
            <a:solidFill>
              <a:srgbClr val="434782"/>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24" name="Google Shape;687;p20">
              <a:extLst>
                <a:ext uri="{FF2B5EF4-FFF2-40B4-BE49-F238E27FC236}">
                  <a16:creationId xmlns:a16="http://schemas.microsoft.com/office/drawing/2014/main" id="{3B66AE9E-B239-4607-97B7-B2F96B8D17AA}"/>
                </a:ext>
              </a:extLst>
            </p:cNvPr>
            <p:cNvSpPr/>
            <p:nvPr/>
          </p:nvSpPr>
          <p:spPr>
            <a:xfrm>
              <a:off x="3048881" y="4094598"/>
              <a:ext cx="290780" cy="610889"/>
            </a:xfrm>
            <a:custGeom>
              <a:avLst/>
              <a:gdLst/>
              <a:ahLst/>
              <a:cxnLst/>
              <a:rect l="l" t="t" r="r" b="b"/>
              <a:pathLst>
                <a:path w="9072" h="19059" extrusionOk="0">
                  <a:moveTo>
                    <a:pt x="2214" y="0"/>
                  </a:moveTo>
                  <a:cubicBezTo>
                    <a:pt x="2209" y="0"/>
                    <a:pt x="2208" y="2"/>
                    <a:pt x="2208" y="2"/>
                  </a:cubicBezTo>
                  <a:lnTo>
                    <a:pt x="106" y="5684"/>
                  </a:lnTo>
                  <a:lnTo>
                    <a:pt x="106" y="5684"/>
                  </a:lnTo>
                  <a:cubicBezTo>
                    <a:pt x="50" y="5636"/>
                    <a:pt x="20" y="5612"/>
                    <a:pt x="20" y="5612"/>
                  </a:cubicBezTo>
                  <a:cubicBezTo>
                    <a:pt x="20" y="5612"/>
                    <a:pt x="20" y="5751"/>
                    <a:pt x="0" y="5970"/>
                  </a:cubicBezTo>
                  <a:lnTo>
                    <a:pt x="106" y="5684"/>
                  </a:lnTo>
                  <a:lnTo>
                    <a:pt x="106" y="5684"/>
                  </a:lnTo>
                  <a:cubicBezTo>
                    <a:pt x="616" y="6120"/>
                    <a:pt x="3263" y="8459"/>
                    <a:pt x="4178" y="10863"/>
                  </a:cubicBezTo>
                  <a:cubicBezTo>
                    <a:pt x="5192" y="13529"/>
                    <a:pt x="3362" y="18940"/>
                    <a:pt x="3362" y="18940"/>
                  </a:cubicBezTo>
                  <a:cubicBezTo>
                    <a:pt x="3362" y="18940"/>
                    <a:pt x="3818" y="19059"/>
                    <a:pt x="4513" y="19059"/>
                  </a:cubicBezTo>
                  <a:cubicBezTo>
                    <a:pt x="4803" y="19059"/>
                    <a:pt x="5134" y="19038"/>
                    <a:pt x="5491" y="18979"/>
                  </a:cubicBezTo>
                  <a:cubicBezTo>
                    <a:pt x="5491" y="18979"/>
                    <a:pt x="7579" y="16652"/>
                    <a:pt x="8335" y="13370"/>
                  </a:cubicBezTo>
                  <a:cubicBezTo>
                    <a:pt x="9071" y="10068"/>
                    <a:pt x="8554" y="7800"/>
                    <a:pt x="5451" y="3801"/>
                  </a:cubicBezTo>
                  <a:cubicBezTo>
                    <a:pt x="2628" y="165"/>
                    <a:pt x="2258" y="0"/>
                    <a:pt x="2214" y="0"/>
                  </a:cubicBezTo>
                  <a:close/>
                </a:path>
              </a:pathLst>
            </a:custGeom>
            <a:solidFill>
              <a:srgbClr val="434782"/>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25" name="Google Shape;688;p20">
              <a:extLst>
                <a:ext uri="{FF2B5EF4-FFF2-40B4-BE49-F238E27FC236}">
                  <a16:creationId xmlns:a16="http://schemas.microsoft.com/office/drawing/2014/main" id="{B7DB594C-51DF-4D72-BA44-188F9F91C0C9}"/>
                </a:ext>
              </a:extLst>
            </p:cNvPr>
            <p:cNvSpPr/>
            <p:nvPr/>
          </p:nvSpPr>
          <p:spPr>
            <a:xfrm>
              <a:off x="3038657" y="3598604"/>
              <a:ext cx="160711" cy="260811"/>
            </a:xfrm>
            <a:custGeom>
              <a:avLst/>
              <a:gdLst/>
              <a:ahLst/>
              <a:cxnLst/>
              <a:rect l="l" t="t" r="r" b="b"/>
              <a:pathLst>
                <a:path w="5014" h="8137" extrusionOk="0">
                  <a:moveTo>
                    <a:pt x="5014" y="0"/>
                  </a:moveTo>
                  <a:cubicBezTo>
                    <a:pt x="1095" y="1990"/>
                    <a:pt x="1" y="6843"/>
                    <a:pt x="1" y="6843"/>
                  </a:cubicBezTo>
                  <a:lnTo>
                    <a:pt x="1732" y="8136"/>
                  </a:lnTo>
                  <a:lnTo>
                    <a:pt x="5014" y="2905"/>
                  </a:lnTo>
                  <a:lnTo>
                    <a:pt x="5014" y="0"/>
                  </a:lnTo>
                  <a:close/>
                </a:path>
              </a:pathLst>
            </a:custGeom>
            <a:solidFill>
              <a:srgbClr val="9E6CAA"/>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26" name="Google Shape;689;p20">
              <a:extLst>
                <a:ext uri="{FF2B5EF4-FFF2-40B4-BE49-F238E27FC236}">
                  <a16:creationId xmlns:a16="http://schemas.microsoft.com/office/drawing/2014/main" id="{437C2B99-AC6C-4079-8F8D-5F48CDECF93D}"/>
                </a:ext>
              </a:extLst>
            </p:cNvPr>
            <p:cNvSpPr/>
            <p:nvPr/>
          </p:nvSpPr>
          <p:spPr>
            <a:xfrm>
              <a:off x="3038657" y="3598604"/>
              <a:ext cx="160711" cy="260811"/>
            </a:xfrm>
            <a:custGeom>
              <a:avLst/>
              <a:gdLst/>
              <a:ahLst/>
              <a:cxnLst/>
              <a:rect l="l" t="t" r="r" b="b"/>
              <a:pathLst>
                <a:path w="5014" h="8137" extrusionOk="0">
                  <a:moveTo>
                    <a:pt x="5014" y="0"/>
                  </a:moveTo>
                  <a:cubicBezTo>
                    <a:pt x="1095" y="1990"/>
                    <a:pt x="1" y="6843"/>
                    <a:pt x="1" y="6843"/>
                  </a:cubicBezTo>
                  <a:lnTo>
                    <a:pt x="1732" y="8136"/>
                  </a:lnTo>
                  <a:lnTo>
                    <a:pt x="5014" y="2905"/>
                  </a:lnTo>
                  <a:lnTo>
                    <a:pt x="5014" y="0"/>
                  </a:lnTo>
                  <a:close/>
                </a:path>
              </a:pathLst>
            </a:custGeom>
            <a:solidFill>
              <a:schemeClr val="accent4"/>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27" name="Google Shape;690;p20">
              <a:extLst>
                <a:ext uri="{FF2B5EF4-FFF2-40B4-BE49-F238E27FC236}">
                  <a16:creationId xmlns:a16="http://schemas.microsoft.com/office/drawing/2014/main" id="{6CC64175-B139-4C6E-A58B-4AE1CE55DD59}"/>
                </a:ext>
              </a:extLst>
            </p:cNvPr>
            <p:cNvSpPr/>
            <p:nvPr/>
          </p:nvSpPr>
          <p:spPr>
            <a:xfrm>
              <a:off x="2847406" y="3784117"/>
              <a:ext cx="571913" cy="423029"/>
            </a:xfrm>
            <a:custGeom>
              <a:avLst/>
              <a:gdLst/>
              <a:ahLst/>
              <a:cxnLst/>
              <a:rect l="l" t="t" r="r" b="b"/>
              <a:pathLst>
                <a:path w="17843" h="13198" extrusionOk="0">
                  <a:moveTo>
                    <a:pt x="7882" y="1"/>
                  </a:moveTo>
                  <a:cubicBezTo>
                    <a:pt x="6398" y="1"/>
                    <a:pt x="5136" y="1581"/>
                    <a:pt x="4675" y="2169"/>
                  </a:cubicBezTo>
                  <a:cubicBezTo>
                    <a:pt x="4118" y="2945"/>
                    <a:pt x="0" y="10703"/>
                    <a:pt x="1989" y="11976"/>
                  </a:cubicBezTo>
                  <a:cubicBezTo>
                    <a:pt x="3287" y="12807"/>
                    <a:pt x="4719" y="13197"/>
                    <a:pt x="6299" y="13197"/>
                  </a:cubicBezTo>
                  <a:cubicBezTo>
                    <a:pt x="7141" y="13197"/>
                    <a:pt x="8025" y="13086"/>
                    <a:pt x="8952" y="12872"/>
                  </a:cubicBezTo>
                  <a:cubicBezTo>
                    <a:pt x="11617" y="12255"/>
                    <a:pt x="11259" y="11161"/>
                    <a:pt x="11359" y="10305"/>
                  </a:cubicBezTo>
                  <a:cubicBezTo>
                    <a:pt x="11438" y="9430"/>
                    <a:pt x="11677" y="8217"/>
                    <a:pt x="11677" y="8217"/>
                  </a:cubicBezTo>
                  <a:cubicBezTo>
                    <a:pt x="12453" y="8734"/>
                    <a:pt x="13507" y="8993"/>
                    <a:pt x="15656" y="9271"/>
                  </a:cubicBezTo>
                  <a:cubicBezTo>
                    <a:pt x="15834" y="9292"/>
                    <a:pt x="15998" y="9302"/>
                    <a:pt x="16148" y="9302"/>
                  </a:cubicBezTo>
                  <a:cubicBezTo>
                    <a:pt x="17843" y="9302"/>
                    <a:pt x="17832" y="8036"/>
                    <a:pt x="17705" y="7123"/>
                  </a:cubicBezTo>
                  <a:cubicBezTo>
                    <a:pt x="17545" y="6128"/>
                    <a:pt x="15099" y="6486"/>
                    <a:pt x="13825" y="5810"/>
                  </a:cubicBezTo>
                  <a:cubicBezTo>
                    <a:pt x="12532" y="5133"/>
                    <a:pt x="11737" y="4099"/>
                    <a:pt x="10842" y="2249"/>
                  </a:cubicBezTo>
                  <a:cubicBezTo>
                    <a:pt x="10177" y="891"/>
                    <a:pt x="9119" y="716"/>
                    <a:pt x="8617" y="716"/>
                  </a:cubicBezTo>
                  <a:cubicBezTo>
                    <a:pt x="8442" y="716"/>
                    <a:pt x="8335" y="737"/>
                    <a:pt x="8335" y="737"/>
                  </a:cubicBezTo>
                  <a:lnTo>
                    <a:pt x="9031" y="339"/>
                  </a:lnTo>
                  <a:cubicBezTo>
                    <a:pt x="8640" y="100"/>
                    <a:pt x="8254" y="1"/>
                    <a:pt x="7882" y="1"/>
                  </a:cubicBezTo>
                  <a:close/>
                </a:path>
              </a:pathLst>
            </a:custGeom>
            <a:solidFill>
              <a:schemeClr val="accent4"/>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28" name="Google Shape;691;p20">
              <a:extLst>
                <a:ext uri="{FF2B5EF4-FFF2-40B4-BE49-F238E27FC236}">
                  <a16:creationId xmlns:a16="http://schemas.microsoft.com/office/drawing/2014/main" id="{693DA45B-8686-4DA4-9189-FDD1EEA93E20}"/>
                </a:ext>
              </a:extLst>
            </p:cNvPr>
            <p:cNvSpPr/>
            <p:nvPr/>
          </p:nvSpPr>
          <p:spPr>
            <a:xfrm>
              <a:off x="3094907" y="3706649"/>
              <a:ext cx="144012" cy="132986"/>
            </a:xfrm>
            <a:custGeom>
              <a:avLst/>
              <a:gdLst/>
              <a:ahLst/>
              <a:cxnLst/>
              <a:rect l="l" t="t" r="r" b="b"/>
              <a:pathLst>
                <a:path w="4493" h="4149" extrusionOk="0">
                  <a:moveTo>
                    <a:pt x="2590" y="1"/>
                  </a:moveTo>
                  <a:cubicBezTo>
                    <a:pt x="2356" y="1"/>
                    <a:pt x="2106" y="39"/>
                    <a:pt x="1827" y="111"/>
                  </a:cubicBezTo>
                  <a:cubicBezTo>
                    <a:pt x="1071" y="309"/>
                    <a:pt x="1031" y="1702"/>
                    <a:pt x="1031" y="1702"/>
                  </a:cubicBezTo>
                  <a:cubicBezTo>
                    <a:pt x="999" y="1553"/>
                    <a:pt x="779" y="1386"/>
                    <a:pt x="563" y="1386"/>
                  </a:cubicBezTo>
                  <a:cubicBezTo>
                    <a:pt x="375" y="1386"/>
                    <a:pt x="191" y="1511"/>
                    <a:pt x="136" y="1881"/>
                  </a:cubicBezTo>
                  <a:cubicBezTo>
                    <a:pt x="1" y="2641"/>
                    <a:pt x="611" y="2698"/>
                    <a:pt x="799" y="2698"/>
                  </a:cubicBezTo>
                  <a:cubicBezTo>
                    <a:pt x="832" y="2698"/>
                    <a:pt x="852" y="2697"/>
                    <a:pt x="852" y="2697"/>
                  </a:cubicBezTo>
                  <a:cubicBezTo>
                    <a:pt x="852" y="2796"/>
                    <a:pt x="872" y="2975"/>
                    <a:pt x="931" y="3154"/>
                  </a:cubicBezTo>
                  <a:cubicBezTo>
                    <a:pt x="987" y="3143"/>
                    <a:pt x="1042" y="3138"/>
                    <a:pt x="1098" y="3138"/>
                  </a:cubicBezTo>
                  <a:cubicBezTo>
                    <a:pt x="1240" y="3138"/>
                    <a:pt x="1379" y="3171"/>
                    <a:pt x="1508" y="3214"/>
                  </a:cubicBezTo>
                  <a:cubicBezTo>
                    <a:pt x="2105" y="3452"/>
                    <a:pt x="2503" y="3671"/>
                    <a:pt x="2821" y="4149"/>
                  </a:cubicBezTo>
                  <a:cubicBezTo>
                    <a:pt x="3856" y="4069"/>
                    <a:pt x="4154" y="3393"/>
                    <a:pt x="4313" y="2299"/>
                  </a:cubicBezTo>
                  <a:cubicBezTo>
                    <a:pt x="4492" y="807"/>
                    <a:pt x="3736" y="389"/>
                    <a:pt x="3736" y="389"/>
                  </a:cubicBezTo>
                  <a:cubicBezTo>
                    <a:pt x="3367" y="122"/>
                    <a:pt x="3006" y="1"/>
                    <a:pt x="2590" y="1"/>
                  </a:cubicBezTo>
                  <a:close/>
                </a:path>
              </a:pathLst>
            </a:custGeom>
            <a:solidFill>
              <a:srgbClr val="F0A6A6"/>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29" name="Google Shape;692;p20">
              <a:extLst>
                <a:ext uri="{FF2B5EF4-FFF2-40B4-BE49-F238E27FC236}">
                  <a16:creationId xmlns:a16="http://schemas.microsoft.com/office/drawing/2014/main" id="{F5B76B7A-BE23-4C58-A879-956F7427EAD5}"/>
                </a:ext>
              </a:extLst>
            </p:cNvPr>
            <p:cNvSpPr/>
            <p:nvPr/>
          </p:nvSpPr>
          <p:spPr>
            <a:xfrm>
              <a:off x="3114554" y="3658540"/>
              <a:ext cx="156224" cy="107825"/>
            </a:xfrm>
            <a:custGeom>
              <a:avLst/>
              <a:gdLst/>
              <a:ahLst/>
              <a:cxnLst/>
              <a:rect l="l" t="t" r="r" b="b"/>
              <a:pathLst>
                <a:path w="4874" h="3364" extrusionOk="0">
                  <a:moveTo>
                    <a:pt x="4118" y="0"/>
                  </a:moveTo>
                  <a:cubicBezTo>
                    <a:pt x="3780" y="20"/>
                    <a:pt x="3541" y="338"/>
                    <a:pt x="3223" y="458"/>
                  </a:cubicBezTo>
                  <a:cubicBezTo>
                    <a:pt x="3121" y="490"/>
                    <a:pt x="3018" y="502"/>
                    <a:pt x="2915" y="502"/>
                  </a:cubicBezTo>
                  <a:cubicBezTo>
                    <a:pt x="2634" y="502"/>
                    <a:pt x="2351" y="413"/>
                    <a:pt x="2089" y="398"/>
                  </a:cubicBezTo>
                  <a:cubicBezTo>
                    <a:pt x="2068" y="397"/>
                    <a:pt x="2048" y="397"/>
                    <a:pt x="2027" y="397"/>
                  </a:cubicBezTo>
                  <a:cubicBezTo>
                    <a:pt x="1390" y="397"/>
                    <a:pt x="745" y="693"/>
                    <a:pt x="418" y="1214"/>
                  </a:cubicBezTo>
                  <a:cubicBezTo>
                    <a:pt x="119" y="1771"/>
                    <a:pt x="100" y="2009"/>
                    <a:pt x="20" y="2606"/>
                  </a:cubicBezTo>
                  <a:cubicBezTo>
                    <a:pt x="20" y="2765"/>
                    <a:pt x="0" y="2905"/>
                    <a:pt x="40" y="3064"/>
                  </a:cubicBezTo>
                  <a:cubicBezTo>
                    <a:pt x="100" y="3203"/>
                    <a:pt x="199" y="3342"/>
                    <a:pt x="338" y="3362"/>
                  </a:cubicBezTo>
                  <a:cubicBezTo>
                    <a:pt x="350" y="3363"/>
                    <a:pt x="361" y="3364"/>
                    <a:pt x="372" y="3364"/>
                  </a:cubicBezTo>
                  <a:cubicBezTo>
                    <a:pt x="557" y="3364"/>
                    <a:pt x="722" y="3214"/>
                    <a:pt x="816" y="3064"/>
                  </a:cubicBezTo>
                  <a:cubicBezTo>
                    <a:pt x="915" y="2885"/>
                    <a:pt x="955" y="2686"/>
                    <a:pt x="1054" y="2527"/>
                  </a:cubicBezTo>
                  <a:cubicBezTo>
                    <a:pt x="1214" y="2308"/>
                    <a:pt x="1492" y="2188"/>
                    <a:pt x="1751" y="2188"/>
                  </a:cubicBezTo>
                  <a:cubicBezTo>
                    <a:pt x="1950" y="2188"/>
                    <a:pt x="2129" y="2288"/>
                    <a:pt x="2328" y="2348"/>
                  </a:cubicBezTo>
                  <a:cubicBezTo>
                    <a:pt x="2491" y="2389"/>
                    <a:pt x="2658" y="2409"/>
                    <a:pt x="2825" y="2409"/>
                  </a:cubicBezTo>
                  <a:cubicBezTo>
                    <a:pt x="3530" y="2409"/>
                    <a:pt x="4225" y="2051"/>
                    <a:pt x="4595" y="1472"/>
                  </a:cubicBezTo>
                  <a:cubicBezTo>
                    <a:pt x="4774" y="1194"/>
                    <a:pt x="4874" y="875"/>
                    <a:pt x="4794" y="577"/>
                  </a:cubicBezTo>
                  <a:cubicBezTo>
                    <a:pt x="4715" y="279"/>
                    <a:pt x="4436" y="0"/>
                    <a:pt x="4118" y="0"/>
                  </a:cubicBezTo>
                  <a:close/>
                </a:path>
              </a:pathLst>
            </a:custGeom>
            <a:solidFill>
              <a:srgbClr val="1D1D1B"/>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30" name="Google Shape;693;p20">
              <a:extLst>
                <a:ext uri="{FF2B5EF4-FFF2-40B4-BE49-F238E27FC236}">
                  <a16:creationId xmlns:a16="http://schemas.microsoft.com/office/drawing/2014/main" id="{6B9F9AAE-E4A8-4A72-B3C9-A17AA31EF34A}"/>
                </a:ext>
              </a:extLst>
            </p:cNvPr>
            <p:cNvSpPr/>
            <p:nvPr/>
          </p:nvSpPr>
          <p:spPr>
            <a:xfrm>
              <a:off x="3115163" y="3935239"/>
              <a:ext cx="106543" cy="177923"/>
            </a:xfrm>
            <a:custGeom>
              <a:avLst/>
              <a:gdLst/>
              <a:ahLst/>
              <a:cxnLst/>
              <a:rect l="l" t="t" r="r" b="b"/>
              <a:pathLst>
                <a:path w="3324" h="5551" extrusionOk="0">
                  <a:moveTo>
                    <a:pt x="1" y="1"/>
                  </a:moveTo>
                  <a:cubicBezTo>
                    <a:pt x="1" y="2"/>
                    <a:pt x="717" y="4795"/>
                    <a:pt x="3005" y="5551"/>
                  </a:cubicBezTo>
                  <a:lnTo>
                    <a:pt x="3323" y="3482"/>
                  </a:lnTo>
                  <a:cubicBezTo>
                    <a:pt x="2627" y="3164"/>
                    <a:pt x="319" y="1314"/>
                    <a:pt x="1" y="1"/>
                  </a:cubicBezTo>
                  <a:close/>
                </a:path>
              </a:pathLst>
            </a:custGeom>
            <a:solidFill>
              <a:srgbClr val="1D1D1B"/>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31" name="Google Shape;694;p20">
              <a:extLst>
                <a:ext uri="{FF2B5EF4-FFF2-40B4-BE49-F238E27FC236}">
                  <a16:creationId xmlns:a16="http://schemas.microsoft.com/office/drawing/2014/main" id="{9232C4CB-8566-4E59-A357-48F4C8E16BDD}"/>
                </a:ext>
              </a:extLst>
            </p:cNvPr>
            <p:cNvSpPr/>
            <p:nvPr/>
          </p:nvSpPr>
          <p:spPr>
            <a:xfrm>
              <a:off x="3147696" y="4703155"/>
              <a:ext cx="152410" cy="24007"/>
            </a:xfrm>
            <a:custGeom>
              <a:avLst/>
              <a:gdLst/>
              <a:ahLst/>
              <a:cxnLst/>
              <a:rect l="l" t="t" r="r" b="b"/>
              <a:pathLst>
                <a:path w="4755" h="749" extrusionOk="0">
                  <a:moveTo>
                    <a:pt x="1531" y="0"/>
                  </a:moveTo>
                  <a:cubicBezTo>
                    <a:pt x="87" y="0"/>
                    <a:pt x="160" y="132"/>
                    <a:pt x="160" y="132"/>
                  </a:cubicBezTo>
                  <a:cubicBezTo>
                    <a:pt x="160" y="132"/>
                    <a:pt x="1" y="748"/>
                    <a:pt x="657" y="748"/>
                  </a:cubicBezTo>
                  <a:lnTo>
                    <a:pt x="4437" y="748"/>
                  </a:lnTo>
                  <a:cubicBezTo>
                    <a:pt x="4755" y="748"/>
                    <a:pt x="4437" y="32"/>
                    <a:pt x="2388" y="12"/>
                  </a:cubicBezTo>
                  <a:cubicBezTo>
                    <a:pt x="2055" y="4"/>
                    <a:pt x="1772" y="0"/>
                    <a:pt x="1531" y="0"/>
                  </a:cubicBezTo>
                  <a:close/>
                </a:path>
              </a:pathLst>
            </a:custGeom>
            <a:solidFill>
              <a:srgbClr val="1D1D1B"/>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32" name="Google Shape;695;p20">
              <a:extLst>
                <a:ext uri="{FF2B5EF4-FFF2-40B4-BE49-F238E27FC236}">
                  <a16:creationId xmlns:a16="http://schemas.microsoft.com/office/drawing/2014/main" id="{7AB50280-5B94-4C9E-A2FD-7AD8D59F11DC}"/>
                </a:ext>
              </a:extLst>
            </p:cNvPr>
            <p:cNvSpPr/>
            <p:nvPr/>
          </p:nvSpPr>
          <p:spPr>
            <a:xfrm>
              <a:off x="2761317" y="4703155"/>
              <a:ext cx="152410" cy="24007"/>
            </a:xfrm>
            <a:custGeom>
              <a:avLst/>
              <a:gdLst/>
              <a:ahLst/>
              <a:cxnLst/>
              <a:rect l="l" t="t" r="r" b="b"/>
              <a:pathLst>
                <a:path w="4755" h="749" extrusionOk="0">
                  <a:moveTo>
                    <a:pt x="1524" y="0"/>
                  </a:moveTo>
                  <a:cubicBezTo>
                    <a:pt x="67" y="0"/>
                    <a:pt x="140" y="132"/>
                    <a:pt x="140" y="132"/>
                  </a:cubicBezTo>
                  <a:cubicBezTo>
                    <a:pt x="140" y="132"/>
                    <a:pt x="1" y="748"/>
                    <a:pt x="637" y="748"/>
                  </a:cubicBezTo>
                  <a:lnTo>
                    <a:pt x="4417" y="748"/>
                  </a:lnTo>
                  <a:cubicBezTo>
                    <a:pt x="4755" y="748"/>
                    <a:pt x="4417" y="32"/>
                    <a:pt x="2388" y="12"/>
                  </a:cubicBezTo>
                  <a:cubicBezTo>
                    <a:pt x="2052" y="4"/>
                    <a:pt x="1767" y="0"/>
                    <a:pt x="1524" y="0"/>
                  </a:cubicBezTo>
                  <a:close/>
                </a:path>
              </a:pathLst>
            </a:custGeom>
            <a:solidFill>
              <a:srgbClr val="1D1D1B"/>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grpSp>
      <p:grpSp>
        <p:nvGrpSpPr>
          <p:cNvPr id="33" name="Google Shape;696;p20">
            <a:extLst>
              <a:ext uri="{FF2B5EF4-FFF2-40B4-BE49-F238E27FC236}">
                <a16:creationId xmlns:a16="http://schemas.microsoft.com/office/drawing/2014/main" id="{9AFC106E-6C7C-4C09-8C00-969878090483}"/>
              </a:ext>
            </a:extLst>
          </p:cNvPr>
          <p:cNvGrpSpPr/>
          <p:nvPr/>
        </p:nvGrpSpPr>
        <p:grpSpPr>
          <a:xfrm>
            <a:off x="6389650" y="4081990"/>
            <a:ext cx="1794137" cy="2081653"/>
            <a:chOff x="4574622" y="3122194"/>
            <a:chExt cx="1365142" cy="1583911"/>
          </a:xfrm>
        </p:grpSpPr>
        <p:sp>
          <p:nvSpPr>
            <p:cNvPr id="34" name="Google Shape;697;p20">
              <a:extLst>
                <a:ext uri="{FF2B5EF4-FFF2-40B4-BE49-F238E27FC236}">
                  <a16:creationId xmlns:a16="http://schemas.microsoft.com/office/drawing/2014/main" id="{1F5B4EF7-68FE-46F4-A582-A80C40E234B2}"/>
                </a:ext>
              </a:extLst>
            </p:cNvPr>
            <p:cNvSpPr/>
            <p:nvPr/>
          </p:nvSpPr>
          <p:spPr>
            <a:xfrm>
              <a:off x="4739109" y="3122194"/>
              <a:ext cx="1200655" cy="1539994"/>
            </a:xfrm>
            <a:custGeom>
              <a:avLst/>
              <a:gdLst/>
              <a:ahLst/>
              <a:cxnLst/>
              <a:rect l="l" t="t" r="r" b="b"/>
              <a:pathLst>
                <a:path w="37459" h="48046" extrusionOk="0">
                  <a:moveTo>
                    <a:pt x="18698" y="1"/>
                  </a:moveTo>
                  <a:cubicBezTo>
                    <a:pt x="15602" y="1"/>
                    <a:pt x="13090" y="2515"/>
                    <a:pt x="13090" y="5614"/>
                  </a:cubicBezTo>
                  <a:cubicBezTo>
                    <a:pt x="13090" y="6788"/>
                    <a:pt x="13448" y="7862"/>
                    <a:pt x="14065" y="8757"/>
                  </a:cubicBezTo>
                  <a:cubicBezTo>
                    <a:pt x="14085" y="8777"/>
                    <a:pt x="14085" y="8797"/>
                    <a:pt x="14105" y="8817"/>
                  </a:cubicBezTo>
                  <a:cubicBezTo>
                    <a:pt x="14602" y="9593"/>
                    <a:pt x="14045" y="10587"/>
                    <a:pt x="13150" y="10587"/>
                  </a:cubicBezTo>
                  <a:lnTo>
                    <a:pt x="3542" y="10587"/>
                  </a:lnTo>
                  <a:cubicBezTo>
                    <a:pt x="1592" y="10587"/>
                    <a:pt x="1" y="12179"/>
                    <a:pt x="1" y="14148"/>
                  </a:cubicBezTo>
                  <a:lnTo>
                    <a:pt x="1" y="24095"/>
                  </a:lnTo>
                  <a:cubicBezTo>
                    <a:pt x="142" y="24591"/>
                    <a:pt x="618" y="24925"/>
                    <a:pt x="1124" y="24925"/>
                  </a:cubicBezTo>
                  <a:cubicBezTo>
                    <a:pt x="1328" y="24925"/>
                    <a:pt x="1537" y="24871"/>
                    <a:pt x="1731" y="24751"/>
                  </a:cubicBezTo>
                  <a:cubicBezTo>
                    <a:pt x="1751" y="24711"/>
                    <a:pt x="1771" y="24711"/>
                    <a:pt x="1791" y="24691"/>
                  </a:cubicBezTo>
                  <a:cubicBezTo>
                    <a:pt x="2686" y="24095"/>
                    <a:pt x="3780" y="23717"/>
                    <a:pt x="4934" y="23717"/>
                  </a:cubicBezTo>
                  <a:cubicBezTo>
                    <a:pt x="8893" y="23717"/>
                    <a:pt x="11896" y="27834"/>
                    <a:pt x="9927" y="32012"/>
                  </a:cubicBezTo>
                  <a:cubicBezTo>
                    <a:pt x="9430" y="33066"/>
                    <a:pt x="8554" y="33902"/>
                    <a:pt x="7500" y="34399"/>
                  </a:cubicBezTo>
                  <a:cubicBezTo>
                    <a:pt x="6633" y="34780"/>
                    <a:pt x="5773" y="34953"/>
                    <a:pt x="4954" y="34953"/>
                  </a:cubicBezTo>
                  <a:cubicBezTo>
                    <a:pt x="3763" y="34953"/>
                    <a:pt x="2659" y="34586"/>
                    <a:pt x="1751" y="33961"/>
                  </a:cubicBezTo>
                  <a:lnTo>
                    <a:pt x="1731" y="33961"/>
                  </a:lnTo>
                  <a:cubicBezTo>
                    <a:pt x="1539" y="33833"/>
                    <a:pt x="1327" y="33775"/>
                    <a:pt x="1119" y="33775"/>
                  </a:cubicBezTo>
                  <a:cubicBezTo>
                    <a:pt x="619" y="33775"/>
                    <a:pt x="141" y="34112"/>
                    <a:pt x="1" y="34618"/>
                  </a:cubicBezTo>
                  <a:lnTo>
                    <a:pt x="1" y="44485"/>
                  </a:lnTo>
                  <a:cubicBezTo>
                    <a:pt x="1" y="46454"/>
                    <a:pt x="1592" y="48045"/>
                    <a:pt x="3561" y="48045"/>
                  </a:cubicBezTo>
                  <a:lnTo>
                    <a:pt x="33898" y="48045"/>
                  </a:lnTo>
                  <a:cubicBezTo>
                    <a:pt x="35867" y="48045"/>
                    <a:pt x="37459" y="46454"/>
                    <a:pt x="37459" y="44485"/>
                  </a:cubicBezTo>
                  <a:lnTo>
                    <a:pt x="37459" y="14148"/>
                  </a:lnTo>
                  <a:cubicBezTo>
                    <a:pt x="37459" y="12179"/>
                    <a:pt x="35867" y="10587"/>
                    <a:pt x="33898" y="10587"/>
                  </a:cubicBezTo>
                  <a:lnTo>
                    <a:pt x="24309" y="10587"/>
                  </a:lnTo>
                  <a:cubicBezTo>
                    <a:pt x="23375" y="10587"/>
                    <a:pt x="22818" y="9573"/>
                    <a:pt x="23335" y="8817"/>
                  </a:cubicBezTo>
                  <a:lnTo>
                    <a:pt x="23335" y="8797"/>
                  </a:lnTo>
                  <a:cubicBezTo>
                    <a:pt x="24409" y="7265"/>
                    <a:pt x="24727" y="5177"/>
                    <a:pt x="23753" y="3048"/>
                  </a:cubicBezTo>
                  <a:cubicBezTo>
                    <a:pt x="23275" y="1994"/>
                    <a:pt x="22440" y="1118"/>
                    <a:pt x="21365" y="621"/>
                  </a:cubicBezTo>
                  <a:cubicBezTo>
                    <a:pt x="20459" y="194"/>
                    <a:pt x="19556" y="1"/>
                    <a:pt x="18698" y="1"/>
                  </a:cubicBezTo>
                  <a:close/>
                </a:path>
              </a:pathLst>
            </a:custGeom>
            <a:solidFill>
              <a:schemeClr val="accent5"/>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35" name="Google Shape;698;p20">
              <a:extLst>
                <a:ext uri="{FF2B5EF4-FFF2-40B4-BE49-F238E27FC236}">
                  <a16:creationId xmlns:a16="http://schemas.microsoft.com/office/drawing/2014/main" id="{6D7E346B-056C-4577-87C3-E0F28F500F8D}"/>
                </a:ext>
              </a:extLst>
            </p:cNvPr>
            <p:cNvSpPr/>
            <p:nvPr/>
          </p:nvSpPr>
          <p:spPr>
            <a:xfrm>
              <a:off x="5160552" y="4008123"/>
              <a:ext cx="418958" cy="677622"/>
            </a:xfrm>
            <a:custGeom>
              <a:avLst/>
              <a:gdLst/>
              <a:ahLst/>
              <a:cxnLst/>
              <a:rect l="l" t="t" r="r" b="b"/>
              <a:pathLst>
                <a:path w="13071" h="21141" extrusionOk="0">
                  <a:moveTo>
                    <a:pt x="2607" y="1"/>
                  </a:moveTo>
                  <a:cubicBezTo>
                    <a:pt x="2496" y="1"/>
                    <a:pt x="2448" y="34"/>
                    <a:pt x="2448" y="34"/>
                  </a:cubicBezTo>
                  <a:lnTo>
                    <a:pt x="1" y="711"/>
                  </a:lnTo>
                  <a:cubicBezTo>
                    <a:pt x="816" y="3038"/>
                    <a:pt x="1672" y="7275"/>
                    <a:pt x="1711" y="7275"/>
                  </a:cubicBezTo>
                  <a:cubicBezTo>
                    <a:pt x="1731" y="7414"/>
                    <a:pt x="9669" y="17420"/>
                    <a:pt x="10663" y="21140"/>
                  </a:cubicBezTo>
                  <a:lnTo>
                    <a:pt x="13070" y="21140"/>
                  </a:lnTo>
                  <a:cubicBezTo>
                    <a:pt x="13070" y="21140"/>
                    <a:pt x="10683" y="9742"/>
                    <a:pt x="7082" y="4530"/>
                  </a:cubicBezTo>
                  <a:cubicBezTo>
                    <a:pt x="4258" y="442"/>
                    <a:pt x="3013" y="1"/>
                    <a:pt x="2607" y="1"/>
                  </a:cubicBezTo>
                  <a:close/>
                </a:path>
              </a:pathLst>
            </a:custGeom>
            <a:solidFill>
              <a:srgbClr val="9E6CAA"/>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36" name="Google Shape;699;p20">
              <a:extLst>
                <a:ext uri="{FF2B5EF4-FFF2-40B4-BE49-F238E27FC236}">
                  <a16:creationId xmlns:a16="http://schemas.microsoft.com/office/drawing/2014/main" id="{DC249186-F7AC-4F11-81EF-0C6881A0DDA2}"/>
                </a:ext>
              </a:extLst>
            </p:cNvPr>
            <p:cNvSpPr/>
            <p:nvPr/>
          </p:nvSpPr>
          <p:spPr>
            <a:xfrm>
              <a:off x="4932315" y="4030880"/>
              <a:ext cx="309275" cy="650409"/>
            </a:xfrm>
            <a:custGeom>
              <a:avLst/>
              <a:gdLst/>
              <a:ahLst/>
              <a:cxnLst/>
              <a:rect l="l" t="t" r="r" b="b"/>
              <a:pathLst>
                <a:path w="9649" h="20292" extrusionOk="0">
                  <a:moveTo>
                    <a:pt x="7122" y="1"/>
                  </a:moveTo>
                  <a:cubicBezTo>
                    <a:pt x="6187" y="339"/>
                    <a:pt x="5073" y="896"/>
                    <a:pt x="3859" y="1731"/>
                  </a:cubicBezTo>
                  <a:cubicBezTo>
                    <a:pt x="3859" y="1731"/>
                    <a:pt x="1313" y="5471"/>
                    <a:pt x="676" y="9967"/>
                  </a:cubicBezTo>
                  <a:cubicBezTo>
                    <a:pt x="0" y="14463"/>
                    <a:pt x="1472" y="17725"/>
                    <a:pt x="4297" y="20291"/>
                  </a:cubicBezTo>
                  <a:lnTo>
                    <a:pt x="6445" y="20291"/>
                  </a:lnTo>
                  <a:cubicBezTo>
                    <a:pt x="6445" y="20291"/>
                    <a:pt x="4217" y="16929"/>
                    <a:pt x="4556" y="14005"/>
                  </a:cubicBezTo>
                  <a:cubicBezTo>
                    <a:pt x="4870" y="11098"/>
                    <a:pt x="8655" y="6563"/>
                    <a:pt x="8789" y="6563"/>
                  </a:cubicBezTo>
                  <a:cubicBezTo>
                    <a:pt x="8791" y="6563"/>
                    <a:pt x="8792" y="6564"/>
                    <a:pt x="8793" y="6565"/>
                  </a:cubicBezTo>
                  <a:cubicBezTo>
                    <a:pt x="8793" y="6565"/>
                    <a:pt x="9648" y="2905"/>
                    <a:pt x="7122" y="1"/>
                  </a:cubicBezTo>
                  <a:close/>
                </a:path>
              </a:pathLst>
            </a:custGeom>
            <a:solidFill>
              <a:srgbClr val="9E6CAA"/>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37" name="Google Shape;700;p20">
              <a:extLst>
                <a:ext uri="{FF2B5EF4-FFF2-40B4-BE49-F238E27FC236}">
                  <a16:creationId xmlns:a16="http://schemas.microsoft.com/office/drawing/2014/main" id="{5F30FF33-0640-4F88-ACDB-AE5FFDFB689D}"/>
                </a:ext>
              </a:extLst>
            </p:cNvPr>
            <p:cNvSpPr/>
            <p:nvPr/>
          </p:nvSpPr>
          <p:spPr>
            <a:xfrm>
              <a:off x="4901706" y="3701970"/>
              <a:ext cx="124524" cy="118851"/>
            </a:xfrm>
            <a:custGeom>
              <a:avLst/>
              <a:gdLst/>
              <a:ahLst/>
              <a:cxnLst/>
              <a:rect l="l" t="t" r="r" b="b"/>
              <a:pathLst>
                <a:path w="3885" h="3708" extrusionOk="0">
                  <a:moveTo>
                    <a:pt x="1678" y="1"/>
                  </a:moveTo>
                  <a:cubicBezTo>
                    <a:pt x="1432" y="1"/>
                    <a:pt x="1180" y="66"/>
                    <a:pt x="935" y="217"/>
                  </a:cubicBezTo>
                  <a:cubicBezTo>
                    <a:pt x="935" y="217"/>
                    <a:pt x="0" y="814"/>
                    <a:pt x="259" y="1947"/>
                  </a:cubicBezTo>
                  <a:cubicBezTo>
                    <a:pt x="498" y="3101"/>
                    <a:pt x="776" y="3618"/>
                    <a:pt x="1532" y="3698"/>
                  </a:cubicBezTo>
                  <a:cubicBezTo>
                    <a:pt x="1590" y="3704"/>
                    <a:pt x="1652" y="3707"/>
                    <a:pt x="1716" y="3707"/>
                  </a:cubicBezTo>
                  <a:cubicBezTo>
                    <a:pt x="2463" y="3707"/>
                    <a:pt x="3555" y="3276"/>
                    <a:pt x="3720" y="2305"/>
                  </a:cubicBezTo>
                  <a:cubicBezTo>
                    <a:pt x="3884" y="1437"/>
                    <a:pt x="2832" y="1"/>
                    <a:pt x="1678" y="1"/>
                  </a:cubicBezTo>
                  <a:close/>
                </a:path>
              </a:pathLst>
            </a:custGeom>
            <a:solidFill>
              <a:srgbClr val="F0A6A6"/>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38" name="Google Shape;701;p20">
              <a:extLst>
                <a:ext uri="{FF2B5EF4-FFF2-40B4-BE49-F238E27FC236}">
                  <a16:creationId xmlns:a16="http://schemas.microsoft.com/office/drawing/2014/main" id="{3E47F316-4570-441E-B34B-FE62B262183E}"/>
                </a:ext>
              </a:extLst>
            </p:cNvPr>
            <p:cNvSpPr/>
            <p:nvPr/>
          </p:nvSpPr>
          <p:spPr>
            <a:xfrm>
              <a:off x="5346739" y="3592066"/>
              <a:ext cx="72887" cy="76061"/>
            </a:xfrm>
            <a:custGeom>
              <a:avLst/>
              <a:gdLst/>
              <a:ahLst/>
              <a:cxnLst/>
              <a:rect l="l" t="t" r="r" b="b"/>
              <a:pathLst>
                <a:path w="2274" h="2373" extrusionOk="0">
                  <a:moveTo>
                    <a:pt x="1824" y="0"/>
                  </a:moveTo>
                  <a:cubicBezTo>
                    <a:pt x="1807" y="0"/>
                    <a:pt x="1789" y="2"/>
                    <a:pt x="1771" y="5"/>
                  </a:cubicBezTo>
                  <a:cubicBezTo>
                    <a:pt x="1254" y="105"/>
                    <a:pt x="657" y="702"/>
                    <a:pt x="657" y="702"/>
                  </a:cubicBezTo>
                  <a:cubicBezTo>
                    <a:pt x="657" y="702"/>
                    <a:pt x="657" y="205"/>
                    <a:pt x="511" y="205"/>
                  </a:cubicBezTo>
                  <a:cubicBezTo>
                    <a:pt x="468" y="205"/>
                    <a:pt x="412" y="249"/>
                    <a:pt x="339" y="363"/>
                  </a:cubicBezTo>
                  <a:cubicBezTo>
                    <a:pt x="80" y="841"/>
                    <a:pt x="0" y="1497"/>
                    <a:pt x="0" y="1497"/>
                  </a:cubicBezTo>
                  <a:lnTo>
                    <a:pt x="1453" y="2373"/>
                  </a:lnTo>
                  <a:cubicBezTo>
                    <a:pt x="2066" y="1260"/>
                    <a:pt x="2273" y="0"/>
                    <a:pt x="1824" y="0"/>
                  </a:cubicBezTo>
                  <a:close/>
                </a:path>
              </a:pathLst>
            </a:custGeom>
            <a:solidFill>
              <a:srgbClr val="F0A6A6"/>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39" name="Google Shape;702;p20">
              <a:extLst>
                <a:ext uri="{FF2B5EF4-FFF2-40B4-BE49-F238E27FC236}">
                  <a16:creationId xmlns:a16="http://schemas.microsoft.com/office/drawing/2014/main" id="{5DBADF3F-1631-4F9C-BAEE-DAAA4B474646}"/>
                </a:ext>
              </a:extLst>
            </p:cNvPr>
            <p:cNvSpPr/>
            <p:nvPr/>
          </p:nvSpPr>
          <p:spPr>
            <a:xfrm>
              <a:off x="4574622" y="3925559"/>
              <a:ext cx="89298" cy="73464"/>
            </a:xfrm>
            <a:custGeom>
              <a:avLst/>
              <a:gdLst/>
              <a:ahLst/>
              <a:cxnLst/>
              <a:rect l="l" t="t" r="r" b="b"/>
              <a:pathLst>
                <a:path w="2786" h="2292" extrusionOk="0">
                  <a:moveTo>
                    <a:pt x="1649" y="0"/>
                  </a:moveTo>
                  <a:cubicBezTo>
                    <a:pt x="1422" y="0"/>
                    <a:pt x="1791" y="502"/>
                    <a:pt x="1791" y="502"/>
                  </a:cubicBezTo>
                  <a:cubicBezTo>
                    <a:pt x="1791" y="502"/>
                    <a:pt x="1558" y="469"/>
                    <a:pt x="1267" y="469"/>
                  </a:cubicBezTo>
                  <a:cubicBezTo>
                    <a:pt x="1001" y="469"/>
                    <a:pt x="686" y="496"/>
                    <a:pt x="458" y="601"/>
                  </a:cubicBezTo>
                  <a:cubicBezTo>
                    <a:pt x="0" y="820"/>
                    <a:pt x="935" y="1775"/>
                    <a:pt x="2129" y="2292"/>
                  </a:cubicBezTo>
                  <a:lnTo>
                    <a:pt x="2785" y="780"/>
                  </a:lnTo>
                  <a:cubicBezTo>
                    <a:pt x="2785" y="780"/>
                    <a:pt x="2328" y="283"/>
                    <a:pt x="1811" y="44"/>
                  </a:cubicBezTo>
                  <a:cubicBezTo>
                    <a:pt x="1739" y="14"/>
                    <a:pt x="1686" y="0"/>
                    <a:pt x="1649" y="0"/>
                  </a:cubicBezTo>
                  <a:close/>
                </a:path>
              </a:pathLst>
            </a:custGeom>
            <a:solidFill>
              <a:srgbClr val="F0A6A6"/>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40" name="Google Shape;703;p20">
              <a:extLst>
                <a:ext uri="{FF2B5EF4-FFF2-40B4-BE49-F238E27FC236}">
                  <a16:creationId xmlns:a16="http://schemas.microsoft.com/office/drawing/2014/main" id="{23E13691-7CC7-4FCC-B89C-39B103804590}"/>
                </a:ext>
              </a:extLst>
            </p:cNvPr>
            <p:cNvSpPr/>
            <p:nvPr/>
          </p:nvSpPr>
          <p:spPr>
            <a:xfrm>
              <a:off x="4612058" y="3632739"/>
              <a:ext cx="808685" cy="453030"/>
            </a:xfrm>
            <a:custGeom>
              <a:avLst/>
              <a:gdLst/>
              <a:ahLst/>
              <a:cxnLst/>
              <a:rect l="l" t="t" r="r" b="b"/>
              <a:pathLst>
                <a:path w="25230" h="14134" extrusionOk="0">
                  <a:moveTo>
                    <a:pt x="23207" y="0"/>
                  </a:moveTo>
                  <a:cubicBezTo>
                    <a:pt x="22185" y="0"/>
                    <a:pt x="21618" y="2305"/>
                    <a:pt x="20754" y="3073"/>
                  </a:cubicBezTo>
                  <a:cubicBezTo>
                    <a:pt x="19982" y="3743"/>
                    <a:pt x="19135" y="4442"/>
                    <a:pt x="17204" y="4442"/>
                  </a:cubicBezTo>
                  <a:cubicBezTo>
                    <a:pt x="16898" y="4442"/>
                    <a:pt x="16564" y="4424"/>
                    <a:pt x="16199" y="4386"/>
                  </a:cubicBezTo>
                  <a:cubicBezTo>
                    <a:pt x="15826" y="4346"/>
                    <a:pt x="15509" y="4329"/>
                    <a:pt x="15239" y="4329"/>
                  </a:cubicBezTo>
                  <a:cubicBezTo>
                    <a:pt x="13619" y="4329"/>
                    <a:pt x="13692" y="4943"/>
                    <a:pt x="13692" y="4943"/>
                  </a:cubicBezTo>
                  <a:cubicBezTo>
                    <a:pt x="13692" y="4943"/>
                    <a:pt x="12001" y="5082"/>
                    <a:pt x="10808" y="5341"/>
                  </a:cubicBezTo>
                  <a:cubicBezTo>
                    <a:pt x="9614" y="5579"/>
                    <a:pt x="8898" y="5977"/>
                    <a:pt x="7903" y="7589"/>
                  </a:cubicBezTo>
                  <a:cubicBezTo>
                    <a:pt x="6909" y="9240"/>
                    <a:pt x="5516" y="9936"/>
                    <a:pt x="4820" y="10035"/>
                  </a:cubicBezTo>
                  <a:cubicBezTo>
                    <a:pt x="4625" y="10063"/>
                    <a:pt x="4438" y="10075"/>
                    <a:pt x="4258" y="10075"/>
                  </a:cubicBezTo>
                  <a:cubicBezTo>
                    <a:pt x="3282" y="10075"/>
                    <a:pt x="2541" y="9722"/>
                    <a:pt x="2154" y="9638"/>
                  </a:cubicBezTo>
                  <a:cubicBezTo>
                    <a:pt x="2098" y="9625"/>
                    <a:pt x="2041" y="9619"/>
                    <a:pt x="1984" y="9619"/>
                  </a:cubicBezTo>
                  <a:cubicBezTo>
                    <a:pt x="1028" y="9619"/>
                    <a:pt x="1" y="11269"/>
                    <a:pt x="1239" y="12263"/>
                  </a:cubicBezTo>
                  <a:cubicBezTo>
                    <a:pt x="1894" y="12799"/>
                    <a:pt x="3228" y="13365"/>
                    <a:pt x="4753" y="13365"/>
                  </a:cubicBezTo>
                  <a:cubicBezTo>
                    <a:pt x="6285" y="13365"/>
                    <a:pt x="8010" y="12794"/>
                    <a:pt x="9435" y="11050"/>
                  </a:cubicBezTo>
                  <a:cubicBezTo>
                    <a:pt x="9435" y="11050"/>
                    <a:pt x="9841" y="12536"/>
                    <a:pt x="11445" y="12536"/>
                  </a:cubicBezTo>
                  <a:cubicBezTo>
                    <a:pt x="11582" y="12536"/>
                    <a:pt x="11727" y="12526"/>
                    <a:pt x="11882" y="12502"/>
                  </a:cubicBezTo>
                  <a:cubicBezTo>
                    <a:pt x="11882" y="12502"/>
                    <a:pt x="12956" y="13716"/>
                    <a:pt x="13812" y="14133"/>
                  </a:cubicBezTo>
                  <a:cubicBezTo>
                    <a:pt x="13812" y="14133"/>
                    <a:pt x="16139" y="12403"/>
                    <a:pt x="19541" y="11726"/>
                  </a:cubicBezTo>
                  <a:cubicBezTo>
                    <a:pt x="19541" y="11726"/>
                    <a:pt x="19063" y="9657"/>
                    <a:pt x="18228" y="8384"/>
                  </a:cubicBezTo>
                  <a:cubicBezTo>
                    <a:pt x="18228" y="8384"/>
                    <a:pt x="21550" y="8384"/>
                    <a:pt x="23400" y="4983"/>
                  </a:cubicBezTo>
                  <a:cubicBezTo>
                    <a:pt x="25230" y="1581"/>
                    <a:pt x="24414" y="189"/>
                    <a:pt x="23320" y="9"/>
                  </a:cubicBezTo>
                  <a:cubicBezTo>
                    <a:pt x="23282" y="3"/>
                    <a:pt x="23244" y="0"/>
                    <a:pt x="23207" y="0"/>
                  </a:cubicBezTo>
                  <a:close/>
                </a:path>
              </a:pathLst>
            </a:custGeom>
            <a:solidFill>
              <a:schemeClr val="accent3"/>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41" name="Google Shape;704;p20">
              <a:extLst>
                <a:ext uri="{FF2B5EF4-FFF2-40B4-BE49-F238E27FC236}">
                  <a16:creationId xmlns:a16="http://schemas.microsoft.com/office/drawing/2014/main" id="{AAB5A578-C1BE-4CFF-BF88-69BBC7D1E741}"/>
                </a:ext>
              </a:extLst>
            </p:cNvPr>
            <p:cNvSpPr/>
            <p:nvPr/>
          </p:nvSpPr>
          <p:spPr>
            <a:xfrm>
              <a:off x="4897859" y="3677547"/>
              <a:ext cx="313121" cy="202123"/>
            </a:xfrm>
            <a:custGeom>
              <a:avLst/>
              <a:gdLst/>
              <a:ahLst/>
              <a:cxnLst/>
              <a:rect l="l" t="t" r="r" b="b"/>
              <a:pathLst>
                <a:path w="9769" h="6306" extrusionOk="0">
                  <a:moveTo>
                    <a:pt x="2482" y="1"/>
                  </a:moveTo>
                  <a:cubicBezTo>
                    <a:pt x="1883" y="1"/>
                    <a:pt x="1303" y="192"/>
                    <a:pt x="618" y="700"/>
                  </a:cubicBezTo>
                  <a:cubicBezTo>
                    <a:pt x="478" y="879"/>
                    <a:pt x="160" y="1257"/>
                    <a:pt x="80" y="1456"/>
                  </a:cubicBezTo>
                  <a:cubicBezTo>
                    <a:pt x="1" y="1675"/>
                    <a:pt x="1" y="1914"/>
                    <a:pt x="180" y="2093"/>
                  </a:cubicBezTo>
                  <a:cubicBezTo>
                    <a:pt x="290" y="2215"/>
                    <a:pt x="452" y="2262"/>
                    <a:pt x="625" y="2262"/>
                  </a:cubicBezTo>
                  <a:cubicBezTo>
                    <a:pt x="734" y="2262"/>
                    <a:pt x="848" y="2243"/>
                    <a:pt x="956" y="2212"/>
                  </a:cubicBezTo>
                  <a:cubicBezTo>
                    <a:pt x="1194" y="2152"/>
                    <a:pt x="1453" y="1993"/>
                    <a:pt x="1712" y="1914"/>
                  </a:cubicBezTo>
                  <a:cubicBezTo>
                    <a:pt x="1789" y="1896"/>
                    <a:pt x="1867" y="1888"/>
                    <a:pt x="1945" y="1888"/>
                  </a:cubicBezTo>
                  <a:cubicBezTo>
                    <a:pt x="2575" y="1888"/>
                    <a:pt x="3210" y="2430"/>
                    <a:pt x="3263" y="3067"/>
                  </a:cubicBezTo>
                  <a:cubicBezTo>
                    <a:pt x="3283" y="3505"/>
                    <a:pt x="3064" y="3903"/>
                    <a:pt x="2965" y="4341"/>
                  </a:cubicBezTo>
                  <a:cubicBezTo>
                    <a:pt x="2865" y="4758"/>
                    <a:pt x="2905" y="5295"/>
                    <a:pt x="3283" y="5534"/>
                  </a:cubicBezTo>
                  <a:cubicBezTo>
                    <a:pt x="3396" y="5598"/>
                    <a:pt x="3515" y="5624"/>
                    <a:pt x="3639" y="5624"/>
                  </a:cubicBezTo>
                  <a:cubicBezTo>
                    <a:pt x="4115" y="5624"/>
                    <a:pt x="4655" y="5242"/>
                    <a:pt x="5172" y="5242"/>
                  </a:cubicBezTo>
                  <a:cubicBezTo>
                    <a:pt x="5226" y="5242"/>
                    <a:pt x="5279" y="5247"/>
                    <a:pt x="5332" y="5256"/>
                  </a:cubicBezTo>
                  <a:cubicBezTo>
                    <a:pt x="5790" y="5355"/>
                    <a:pt x="6068" y="5793"/>
                    <a:pt x="6466" y="6051"/>
                  </a:cubicBezTo>
                  <a:cubicBezTo>
                    <a:pt x="6738" y="6229"/>
                    <a:pt x="7058" y="6306"/>
                    <a:pt x="7385" y="6306"/>
                  </a:cubicBezTo>
                  <a:cubicBezTo>
                    <a:pt x="7753" y="6306"/>
                    <a:pt x="8129" y="6209"/>
                    <a:pt x="8455" y="6051"/>
                  </a:cubicBezTo>
                  <a:cubicBezTo>
                    <a:pt x="8933" y="5793"/>
                    <a:pt x="9350" y="5435"/>
                    <a:pt x="9569" y="4937"/>
                  </a:cubicBezTo>
                  <a:cubicBezTo>
                    <a:pt x="9768" y="4440"/>
                    <a:pt x="9748" y="3843"/>
                    <a:pt x="9410" y="3406"/>
                  </a:cubicBezTo>
                  <a:cubicBezTo>
                    <a:pt x="9112" y="3067"/>
                    <a:pt x="8555" y="2809"/>
                    <a:pt x="8515" y="2351"/>
                  </a:cubicBezTo>
                  <a:cubicBezTo>
                    <a:pt x="8475" y="2053"/>
                    <a:pt x="8674" y="1774"/>
                    <a:pt x="8754" y="1476"/>
                  </a:cubicBezTo>
                  <a:cubicBezTo>
                    <a:pt x="8853" y="959"/>
                    <a:pt x="8435" y="422"/>
                    <a:pt x="7918" y="263"/>
                  </a:cubicBezTo>
                  <a:cubicBezTo>
                    <a:pt x="7670" y="173"/>
                    <a:pt x="7396" y="128"/>
                    <a:pt x="7122" y="128"/>
                  </a:cubicBezTo>
                  <a:cubicBezTo>
                    <a:pt x="6849" y="128"/>
                    <a:pt x="6575" y="173"/>
                    <a:pt x="6327" y="263"/>
                  </a:cubicBezTo>
                  <a:cubicBezTo>
                    <a:pt x="5906" y="385"/>
                    <a:pt x="5424" y="678"/>
                    <a:pt x="4948" y="678"/>
                  </a:cubicBezTo>
                  <a:cubicBezTo>
                    <a:pt x="4884" y="678"/>
                    <a:pt x="4819" y="672"/>
                    <a:pt x="4755" y="660"/>
                  </a:cubicBezTo>
                  <a:cubicBezTo>
                    <a:pt x="4457" y="601"/>
                    <a:pt x="3860" y="263"/>
                    <a:pt x="3542" y="163"/>
                  </a:cubicBezTo>
                  <a:cubicBezTo>
                    <a:pt x="3167" y="62"/>
                    <a:pt x="2822" y="1"/>
                    <a:pt x="2482" y="1"/>
                  </a:cubicBezTo>
                  <a:close/>
                </a:path>
              </a:pathLst>
            </a:custGeom>
            <a:solidFill>
              <a:srgbClr val="1D1D1B"/>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42" name="Google Shape;705;p20">
              <a:extLst>
                <a:ext uri="{FF2B5EF4-FFF2-40B4-BE49-F238E27FC236}">
                  <a16:creationId xmlns:a16="http://schemas.microsoft.com/office/drawing/2014/main" id="{13A16CB8-BB5B-49F3-9245-387A13EA092F}"/>
                </a:ext>
              </a:extLst>
            </p:cNvPr>
            <p:cNvSpPr/>
            <p:nvPr/>
          </p:nvSpPr>
          <p:spPr>
            <a:xfrm>
              <a:off x="4999238" y="4681264"/>
              <a:ext cx="152442" cy="24841"/>
            </a:xfrm>
            <a:custGeom>
              <a:avLst/>
              <a:gdLst/>
              <a:ahLst/>
              <a:cxnLst/>
              <a:rect l="l" t="t" r="r" b="b"/>
              <a:pathLst>
                <a:path w="4756" h="775" extrusionOk="0">
                  <a:moveTo>
                    <a:pt x="3341" y="0"/>
                  </a:moveTo>
                  <a:cubicBezTo>
                    <a:pt x="3076" y="0"/>
                    <a:pt x="2756" y="6"/>
                    <a:pt x="2368" y="19"/>
                  </a:cubicBezTo>
                  <a:cubicBezTo>
                    <a:pt x="319" y="39"/>
                    <a:pt x="1" y="775"/>
                    <a:pt x="319" y="775"/>
                  </a:cubicBezTo>
                  <a:lnTo>
                    <a:pt x="4099" y="775"/>
                  </a:lnTo>
                  <a:cubicBezTo>
                    <a:pt x="4755" y="775"/>
                    <a:pt x="4596" y="138"/>
                    <a:pt x="4596" y="138"/>
                  </a:cubicBezTo>
                  <a:cubicBezTo>
                    <a:pt x="4596" y="138"/>
                    <a:pt x="4665" y="0"/>
                    <a:pt x="3341" y="0"/>
                  </a:cubicBezTo>
                  <a:close/>
                </a:path>
              </a:pathLst>
            </a:custGeom>
            <a:solidFill>
              <a:srgbClr val="CBC2E0"/>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43" name="Google Shape;706;p20">
              <a:extLst>
                <a:ext uri="{FF2B5EF4-FFF2-40B4-BE49-F238E27FC236}">
                  <a16:creationId xmlns:a16="http://schemas.microsoft.com/office/drawing/2014/main" id="{C5451A2D-28C7-4C3A-B228-75C97ED23AB3}"/>
                </a:ext>
              </a:extLst>
            </p:cNvPr>
            <p:cNvSpPr/>
            <p:nvPr/>
          </p:nvSpPr>
          <p:spPr>
            <a:xfrm>
              <a:off x="5434079" y="4681264"/>
              <a:ext cx="152442" cy="24841"/>
            </a:xfrm>
            <a:custGeom>
              <a:avLst/>
              <a:gdLst/>
              <a:ahLst/>
              <a:cxnLst/>
              <a:rect l="l" t="t" r="r" b="b"/>
              <a:pathLst>
                <a:path w="4756" h="775" extrusionOk="0">
                  <a:moveTo>
                    <a:pt x="3356" y="0"/>
                  </a:moveTo>
                  <a:cubicBezTo>
                    <a:pt x="3088" y="0"/>
                    <a:pt x="2762" y="6"/>
                    <a:pt x="2368" y="19"/>
                  </a:cubicBezTo>
                  <a:cubicBezTo>
                    <a:pt x="339" y="39"/>
                    <a:pt x="1" y="775"/>
                    <a:pt x="339" y="775"/>
                  </a:cubicBezTo>
                  <a:lnTo>
                    <a:pt x="4118" y="775"/>
                  </a:lnTo>
                  <a:cubicBezTo>
                    <a:pt x="4755" y="775"/>
                    <a:pt x="4616" y="138"/>
                    <a:pt x="4616" y="138"/>
                  </a:cubicBezTo>
                  <a:cubicBezTo>
                    <a:pt x="4616" y="138"/>
                    <a:pt x="4699" y="0"/>
                    <a:pt x="3356" y="0"/>
                  </a:cubicBezTo>
                  <a:close/>
                </a:path>
              </a:pathLst>
            </a:custGeom>
            <a:solidFill>
              <a:srgbClr val="CBC2E0"/>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grpSp>
      <p:grpSp>
        <p:nvGrpSpPr>
          <p:cNvPr id="46" name="Google Shape;709;p20">
            <a:extLst>
              <a:ext uri="{FF2B5EF4-FFF2-40B4-BE49-F238E27FC236}">
                <a16:creationId xmlns:a16="http://schemas.microsoft.com/office/drawing/2014/main" id="{D9AE8C03-32AC-447E-9900-B601BA8FC416}"/>
              </a:ext>
            </a:extLst>
          </p:cNvPr>
          <p:cNvGrpSpPr/>
          <p:nvPr/>
        </p:nvGrpSpPr>
        <p:grpSpPr>
          <a:xfrm>
            <a:off x="6105568" y="2101224"/>
            <a:ext cx="2079920" cy="2426829"/>
            <a:chOff x="4358467" y="1615048"/>
            <a:chExt cx="1582592" cy="1846552"/>
          </a:xfrm>
        </p:grpSpPr>
        <p:sp>
          <p:nvSpPr>
            <p:cNvPr id="47" name="Google Shape;710;p20">
              <a:extLst>
                <a:ext uri="{FF2B5EF4-FFF2-40B4-BE49-F238E27FC236}">
                  <a16:creationId xmlns:a16="http://schemas.microsoft.com/office/drawing/2014/main" id="{AA0AE920-686C-4DE7-9A48-DAEA57C8E221}"/>
                </a:ext>
              </a:extLst>
            </p:cNvPr>
            <p:cNvSpPr/>
            <p:nvPr/>
          </p:nvSpPr>
          <p:spPr>
            <a:xfrm>
              <a:off x="4942507" y="1863061"/>
              <a:ext cx="88657" cy="70836"/>
            </a:xfrm>
            <a:custGeom>
              <a:avLst/>
              <a:gdLst/>
              <a:ahLst/>
              <a:cxnLst/>
              <a:rect l="l" t="t" r="r" b="b"/>
              <a:pathLst>
                <a:path w="2766" h="2210" extrusionOk="0">
                  <a:moveTo>
                    <a:pt x="1577" y="0"/>
                  </a:moveTo>
                  <a:cubicBezTo>
                    <a:pt x="1288" y="0"/>
                    <a:pt x="1751" y="479"/>
                    <a:pt x="1751" y="479"/>
                  </a:cubicBezTo>
                  <a:cubicBezTo>
                    <a:pt x="1751" y="479"/>
                    <a:pt x="896" y="479"/>
                    <a:pt x="458" y="737"/>
                  </a:cubicBezTo>
                  <a:cubicBezTo>
                    <a:pt x="0" y="1016"/>
                    <a:pt x="1075" y="1831"/>
                    <a:pt x="2308" y="2209"/>
                  </a:cubicBezTo>
                  <a:lnTo>
                    <a:pt x="2765" y="598"/>
                  </a:lnTo>
                  <a:cubicBezTo>
                    <a:pt x="2765" y="598"/>
                    <a:pt x="2268" y="180"/>
                    <a:pt x="1711" y="21"/>
                  </a:cubicBezTo>
                  <a:cubicBezTo>
                    <a:pt x="1655" y="7"/>
                    <a:pt x="1611" y="0"/>
                    <a:pt x="1577" y="0"/>
                  </a:cubicBezTo>
                  <a:close/>
                </a:path>
              </a:pathLst>
            </a:custGeom>
            <a:solidFill>
              <a:srgbClr val="F0A6A6"/>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48" name="Google Shape;711;p20">
              <a:extLst>
                <a:ext uri="{FF2B5EF4-FFF2-40B4-BE49-F238E27FC236}">
                  <a16:creationId xmlns:a16="http://schemas.microsoft.com/office/drawing/2014/main" id="{A7C67671-FE8D-484C-B9F6-378D6B55D4E2}"/>
                </a:ext>
              </a:extLst>
            </p:cNvPr>
            <p:cNvSpPr/>
            <p:nvPr/>
          </p:nvSpPr>
          <p:spPr>
            <a:xfrm>
              <a:off x="5006257" y="1821074"/>
              <a:ext cx="345622" cy="186770"/>
            </a:xfrm>
            <a:custGeom>
              <a:avLst/>
              <a:gdLst/>
              <a:ahLst/>
              <a:cxnLst/>
              <a:rect l="l" t="t" r="r" b="b"/>
              <a:pathLst>
                <a:path w="10783" h="5827" extrusionOk="0">
                  <a:moveTo>
                    <a:pt x="10009" y="1"/>
                  </a:moveTo>
                  <a:cubicBezTo>
                    <a:pt x="9768" y="1"/>
                    <a:pt x="9518" y="29"/>
                    <a:pt x="9251" y="58"/>
                  </a:cubicBezTo>
                  <a:cubicBezTo>
                    <a:pt x="8594" y="138"/>
                    <a:pt x="7659" y="595"/>
                    <a:pt x="7043" y="834"/>
                  </a:cubicBezTo>
                  <a:cubicBezTo>
                    <a:pt x="6446" y="1092"/>
                    <a:pt x="5809" y="1311"/>
                    <a:pt x="5173" y="1490"/>
                  </a:cubicBezTo>
                  <a:cubicBezTo>
                    <a:pt x="4815" y="1580"/>
                    <a:pt x="4445" y="1658"/>
                    <a:pt x="4090" y="1658"/>
                  </a:cubicBezTo>
                  <a:cubicBezTo>
                    <a:pt x="3972" y="1658"/>
                    <a:pt x="3855" y="1649"/>
                    <a:pt x="3740" y="1630"/>
                  </a:cubicBezTo>
                  <a:cubicBezTo>
                    <a:pt x="3263" y="1530"/>
                    <a:pt x="2845" y="1271"/>
                    <a:pt x="2368" y="1212"/>
                  </a:cubicBezTo>
                  <a:cubicBezTo>
                    <a:pt x="2279" y="1197"/>
                    <a:pt x="2191" y="1190"/>
                    <a:pt x="2103" y="1190"/>
                  </a:cubicBezTo>
                  <a:cubicBezTo>
                    <a:pt x="1345" y="1190"/>
                    <a:pt x="642" y="1712"/>
                    <a:pt x="339" y="2425"/>
                  </a:cubicBezTo>
                  <a:cubicBezTo>
                    <a:pt x="1" y="3221"/>
                    <a:pt x="180" y="4136"/>
                    <a:pt x="657" y="4832"/>
                  </a:cubicBezTo>
                  <a:cubicBezTo>
                    <a:pt x="796" y="5071"/>
                    <a:pt x="995" y="5270"/>
                    <a:pt x="1214" y="5409"/>
                  </a:cubicBezTo>
                  <a:cubicBezTo>
                    <a:pt x="1572" y="5628"/>
                    <a:pt x="2010" y="5727"/>
                    <a:pt x="2447" y="5787"/>
                  </a:cubicBezTo>
                  <a:cubicBezTo>
                    <a:pt x="2699" y="5814"/>
                    <a:pt x="2950" y="5827"/>
                    <a:pt x="3200" y="5827"/>
                  </a:cubicBezTo>
                  <a:cubicBezTo>
                    <a:pt x="5371" y="5827"/>
                    <a:pt x="7503" y="4857"/>
                    <a:pt x="9251" y="3519"/>
                  </a:cubicBezTo>
                  <a:cubicBezTo>
                    <a:pt x="9708" y="3181"/>
                    <a:pt x="10146" y="2744"/>
                    <a:pt x="10245" y="2206"/>
                  </a:cubicBezTo>
                  <a:lnTo>
                    <a:pt x="10783" y="138"/>
                  </a:lnTo>
                  <a:cubicBezTo>
                    <a:pt x="10524" y="34"/>
                    <a:pt x="10271" y="1"/>
                    <a:pt x="10009" y="1"/>
                  </a:cubicBezTo>
                  <a:close/>
                </a:path>
              </a:pathLst>
            </a:custGeom>
            <a:solidFill>
              <a:schemeClr val="accent5"/>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49" name="Google Shape;712;p20">
              <a:extLst>
                <a:ext uri="{FF2B5EF4-FFF2-40B4-BE49-F238E27FC236}">
                  <a16:creationId xmlns:a16="http://schemas.microsoft.com/office/drawing/2014/main" id="{AFC7CA48-4746-4303-92DE-AD1ABB1D0B9D}"/>
                </a:ext>
              </a:extLst>
            </p:cNvPr>
            <p:cNvSpPr/>
            <p:nvPr/>
          </p:nvSpPr>
          <p:spPr>
            <a:xfrm>
              <a:off x="5544399" y="2204535"/>
              <a:ext cx="130101" cy="60900"/>
            </a:xfrm>
            <a:custGeom>
              <a:avLst/>
              <a:gdLst/>
              <a:ahLst/>
              <a:cxnLst/>
              <a:rect l="l" t="t" r="r" b="b"/>
              <a:pathLst>
                <a:path w="4059" h="1900" extrusionOk="0">
                  <a:moveTo>
                    <a:pt x="576" y="1"/>
                  </a:moveTo>
                  <a:cubicBezTo>
                    <a:pt x="352" y="1"/>
                    <a:pt x="139" y="89"/>
                    <a:pt x="139" y="89"/>
                  </a:cubicBezTo>
                  <a:cubicBezTo>
                    <a:pt x="139" y="89"/>
                    <a:pt x="0" y="825"/>
                    <a:pt x="517" y="1721"/>
                  </a:cubicBezTo>
                  <a:cubicBezTo>
                    <a:pt x="517" y="1721"/>
                    <a:pt x="1950" y="1900"/>
                    <a:pt x="2785" y="1900"/>
                  </a:cubicBezTo>
                  <a:cubicBezTo>
                    <a:pt x="3621" y="1900"/>
                    <a:pt x="4058" y="1502"/>
                    <a:pt x="2725" y="1164"/>
                  </a:cubicBezTo>
                  <a:cubicBezTo>
                    <a:pt x="1790" y="905"/>
                    <a:pt x="1790" y="766"/>
                    <a:pt x="895" y="89"/>
                  </a:cubicBezTo>
                  <a:cubicBezTo>
                    <a:pt x="802" y="23"/>
                    <a:pt x="688" y="1"/>
                    <a:pt x="576" y="1"/>
                  </a:cubicBezTo>
                  <a:close/>
                </a:path>
              </a:pathLst>
            </a:custGeom>
            <a:solidFill>
              <a:srgbClr val="9E6CAA"/>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50" name="Google Shape;713;p20">
              <a:extLst>
                <a:ext uri="{FF2B5EF4-FFF2-40B4-BE49-F238E27FC236}">
                  <a16:creationId xmlns:a16="http://schemas.microsoft.com/office/drawing/2014/main" id="{B153476E-B095-4367-A3D1-A7B70B125E72}"/>
                </a:ext>
              </a:extLst>
            </p:cNvPr>
            <p:cNvSpPr/>
            <p:nvPr/>
          </p:nvSpPr>
          <p:spPr>
            <a:xfrm>
              <a:off x="5105712" y="2236073"/>
              <a:ext cx="152442" cy="24905"/>
            </a:xfrm>
            <a:custGeom>
              <a:avLst/>
              <a:gdLst/>
              <a:ahLst/>
              <a:cxnLst/>
              <a:rect l="l" t="t" r="r" b="b"/>
              <a:pathLst>
                <a:path w="4756" h="777" extrusionOk="0">
                  <a:moveTo>
                    <a:pt x="2368" y="1"/>
                  </a:moveTo>
                  <a:cubicBezTo>
                    <a:pt x="339" y="20"/>
                    <a:pt x="1" y="776"/>
                    <a:pt x="339" y="776"/>
                  </a:cubicBezTo>
                  <a:cubicBezTo>
                    <a:pt x="657" y="776"/>
                    <a:pt x="3442" y="737"/>
                    <a:pt x="4119" y="737"/>
                  </a:cubicBezTo>
                  <a:cubicBezTo>
                    <a:pt x="4755" y="737"/>
                    <a:pt x="4338" y="1"/>
                    <a:pt x="4338" y="1"/>
                  </a:cubicBezTo>
                  <a:close/>
                </a:path>
              </a:pathLst>
            </a:custGeom>
            <a:solidFill>
              <a:srgbClr val="9E6CAA"/>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51" name="Google Shape;714;p20">
              <a:extLst>
                <a:ext uri="{FF2B5EF4-FFF2-40B4-BE49-F238E27FC236}">
                  <a16:creationId xmlns:a16="http://schemas.microsoft.com/office/drawing/2014/main" id="{92E488B2-C619-420F-BEF4-8E973AC5CAA3}"/>
                </a:ext>
              </a:extLst>
            </p:cNvPr>
            <p:cNvSpPr/>
            <p:nvPr/>
          </p:nvSpPr>
          <p:spPr>
            <a:xfrm>
              <a:off x="5094238" y="1978125"/>
              <a:ext cx="318698" cy="257991"/>
            </a:xfrm>
            <a:custGeom>
              <a:avLst/>
              <a:gdLst/>
              <a:ahLst/>
              <a:cxnLst/>
              <a:rect l="l" t="t" r="r" b="b"/>
              <a:pathLst>
                <a:path w="9943" h="8049" extrusionOk="0">
                  <a:moveTo>
                    <a:pt x="2999" y="0"/>
                  </a:moveTo>
                  <a:cubicBezTo>
                    <a:pt x="2915" y="0"/>
                    <a:pt x="2831" y="4"/>
                    <a:pt x="2746" y="12"/>
                  </a:cubicBezTo>
                  <a:cubicBezTo>
                    <a:pt x="598" y="211"/>
                    <a:pt x="1" y="4448"/>
                    <a:pt x="2527" y="7730"/>
                  </a:cubicBezTo>
                  <a:lnTo>
                    <a:pt x="2726" y="8049"/>
                  </a:lnTo>
                  <a:lnTo>
                    <a:pt x="4715" y="8029"/>
                  </a:lnTo>
                  <a:cubicBezTo>
                    <a:pt x="4715" y="8029"/>
                    <a:pt x="4377" y="5403"/>
                    <a:pt x="4218" y="4607"/>
                  </a:cubicBezTo>
                  <a:cubicBezTo>
                    <a:pt x="4191" y="4449"/>
                    <a:pt x="4232" y="4384"/>
                    <a:pt x="4321" y="4384"/>
                  </a:cubicBezTo>
                  <a:cubicBezTo>
                    <a:pt x="4681" y="4384"/>
                    <a:pt x="5824" y="5458"/>
                    <a:pt x="6367" y="5840"/>
                  </a:cubicBezTo>
                  <a:cubicBezTo>
                    <a:pt x="6539" y="5961"/>
                    <a:pt x="6876" y="6041"/>
                    <a:pt x="7270" y="6041"/>
                  </a:cubicBezTo>
                  <a:cubicBezTo>
                    <a:pt x="8377" y="6041"/>
                    <a:pt x="9942" y="5410"/>
                    <a:pt x="9649" y="3254"/>
                  </a:cubicBezTo>
                  <a:cubicBezTo>
                    <a:pt x="9478" y="1988"/>
                    <a:pt x="8931" y="1627"/>
                    <a:pt x="8363" y="1627"/>
                  </a:cubicBezTo>
                  <a:cubicBezTo>
                    <a:pt x="7612" y="1627"/>
                    <a:pt x="6824" y="2260"/>
                    <a:pt x="6824" y="2260"/>
                  </a:cubicBezTo>
                  <a:cubicBezTo>
                    <a:pt x="6824" y="2260"/>
                    <a:pt x="5061" y="0"/>
                    <a:pt x="2999" y="0"/>
                  </a:cubicBezTo>
                  <a:close/>
                </a:path>
              </a:pathLst>
            </a:custGeom>
            <a:solidFill>
              <a:srgbClr val="CBC2E0"/>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52" name="Google Shape;715;p20">
              <a:extLst>
                <a:ext uri="{FF2B5EF4-FFF2-40B4-BE49-F238E27FC236}">
                  <a16:creationId xmlns:a16="http://schemas.microsoft.com/office/drawing/2014/main" id="{47EE135D-ACBD-48AC-931E-588E2E671DE8}"/>
                </a:ext>
              </a:extLst>
            </p:cNvPr>
            <p:cNvSpPr/>
            <p:nvPr/>
          </p:nvSpPr>
          <p:spPr>
            <a:xfrm>
              <a:off x="5094238" y="1978125"/>
              <a:ext cx="318698" cy="257991"/>
            </a:xfrm>
            <a:custGeom>
              <a:avLst/>
              <a:gdLst/>
              <a:ahLst/>
              <a:cxnLst/>
              <a:rect l="l" t="t" r="r" b="b"/>
              <a:pathLst>
                <a:path w="9943" h="8049" extrusionOk="0">
                  <a:moveTo>
                    <a:pt x="2999" y="0"/>
                  </a:moveTo>
                  <a:cubicBezTo>
                    <a:pt x="2915" y="0"/>
                    <a:pt x="2831" y="4"/>
                    <a:pt x="2746" y="12"/>
                  </a:cubicBezTo>
                  <a:cubicBezTo>
                    <a:pt x="598" y="211"/>
                    <a:pt x="1" y="4448"/>
                    <a:pt x="2527" y="7730"/>
                  </a:cubicBezTo>
                  <a:lnTo>
                    <a:pt x="2726" y="8049"/>
                  </a:lnTo>
                  <a:lnTo>
                    <a:pt x="4715" y="8029"/>
                  </a:lnTo>
                  <a:cubicBezTo>
                    <a:pt x="4715" y="8029"/>
                    <a:pt x="4377" y="5403"/>
                    <a:pt x="4218" y="4607"/>
                  </a:cubicBezTo>
                  <a:cubicBezTo>
                    <a:pt x="4191" y="4449"/>
                    <a:pt x="4232" y="4384"/>
                    <a:pt x="4321" y="4384"/>
                  </a:cubicBezTo>
                  <a:cubicBezTo>
                    <a:pt x="4681" y="4384"/>
                    <a:pt x="5824" y="5458"/>
                    <a:pt x="6367" y="5840"/>
                  </a:cubicBezTo>
                  <a:cubicBezTo>
                    <a:pt x="6539" y="5961"/>
                    <a:pt x="6876" y="6041"/>
                    <a:pt x="7270" y="6041"/>
                  </a:cubicBezTo>
                  <a:cubicBezTo>
                    <a:pt x="8377" y="6041"/>
                    <a:pt x="9942" y="5410"/>
                    <a:pt x="9649" y="3254"/>
                  </a:cubicBezTo>
                  <a:cubicBezTo>
                    <a:pt x="9478" y="1988"/>
                    <a:pt x="8931" y="1627"/>
                    <a:pt x="8363" y="1627"/>
                  </a:cubicBezTo>
                  <a:cubicBezTo>
                    <a:pt x="7612" y="1627"/>
                    <a:pt x="6824" y="2260"/>
                    <a:pt x="6824" y="2260"/>
                  </a:cubicBezTo>
                  <a:cubicBezTo>
                    <a:pt x="6824" y="2260"/>
                    <a:pt x="5061" y="0"/>
                    <a:pt x="2999" y="0"/>
                  </a:cubicBezTo>
                  <a:close/>
                </a:path>
              </a:pathLst>
            </a:custGeom>
            <a:solidFill>
              <a:schemeClr val="accent5"/>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53" name="Google Shape;716;p20">
              <a:extLst>
                <a:ext uri="{FF2B5EF4-FFF2-40B4-BE49-F238E27FC236}">
                  <a16:creationId xmlns:a16="http://schemas.microsoft.com/office/drawing/2014/main" id="{F1887289-FD59-4064-8E47-1ED64BE82720}"/>
                </a:ext>
              </a:extLst>
            </p:cNvPr>
            <p:cNvSpPr/>
            <p:nvPr/>
          </p:nvSpPr>
          <p:spPr>
            <a:xfrm>
              <a:off x="5199463" y="2050529"/>
              <a:ext cx="399150" cy="222573"/>
            </a:xfrm>
            <a:custGeom>
              <a:avLst/>
              <a:gdLst/>
              <a:ahLst/>
              <a:cxnLst/>
              <a:rect l="l" t="t" r="r" b="b"/>
              <a:pathLst>
                <a:path w="12453" h="6944" extrusionOk="0">
                  <a:moveTo>
                    <a:pt x="10464" y="1"/>
                  </a:moveTo>
                  <a:lnTo>
                    <a:pt x="7679" y="916"/>
                  </a:lnTo>
                  <a:cubicBezTo>
                    <a:pt x="7679" y="916"/>
                    <a:pt x="3282" y="2786"/>
                    <a:pt x="2149" y="3601"/>
                  </a:cubicBezTo>
                  <a:cubicBezTo>
                    <a:pt x="1035" y="4417"/>
                    <a:pt x="0" y="6406"/>
                    <a:pt x="3641" y="6804"/>
                  </a:cubicBezTo>
                  <a:cubicBezTo>
                    <a:pt x="4579" y="6906"/>
                    <a:pt x="5550" y="6944"/>
                    <a:pt x="6476" y="6944"/>
                  </a:cubicBezTo>
                  <a:cubicBezTo>
                    <a:pt x="9160" y="6944"/>
                    <a:pt x="11458" y="6625"/>
                    <a:pt x="11458" y="6625"/>
                  </a:cubicBezTo>
                  <a:cubicBezTo>
                    <a:pt x="11458" y="6625"/>
                    <a:pt x="10683" y="4815"/>
                    <a:pt x="10961" y="4616"/>
                  </a:cubicBezTo>
                  <a:cubicBezTo>
                    <a:pt x="11240" y="4437"/>
                    <a:pt x="12453" y="3382"/>
                    <a:pt x="11976" y="2149"/>
                  </a:cubicBezTo>
                  <a:cubicBezTo>
                    <a:pt x="11518" y="936"/>
                    <a:pt x="10464" y="1"/>
                    <a:pt x="10464" y="1"/>
                  </a:cubicBezTo>
                  <a:close/>
                </a:path>
              </a:pathLst>
            </a:custGeom>
            <a:solidFill>
              <a:srgbClr val="CBC2E0"/>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54" name="Google Shape;717;p20">
              <a:extLst>
                <a:ext uri="{FF2B5EF4-FFF2-40B4-BE49-F238E27FC236}">
                  <a16:creationId xmlns:a16="http://schemas.microsoft.com/office/drawing/2014/main" id="{B2B38C3C-136B-424A-B112-417CDA20A11F}"/>
                </a:ext>
              </a:extLst>
            </p:cNvPr>
            <p:cNvSpPr/>
            <p:nvPr/>
          </p:nvSpPr>
          <p:spPr>
            <a:xfrm>
              <a:off x="5194975" y="1615048"/>
              <a:ext cx="276773" cy="173468"/>
            </a:xfrm>
            <a:custGeom>
              <a:avLst/>
              <a:gdLst/>
              <a:ahLst/>
              <a:cxnLst/>
              <a:rect l="l" t="t" r="r" b="b"/>
              <a:pathLst>
                <a:path w="8635" h="5412" extrusionOk="0">
                  <a:moveTo>
                    <a:pt x="5947" y="0"/>
                  </a:moveTo>
                  <a:cubicBezTo>
                    <a:pt x="5607" y="0"/>
                    <a:pt x="5249" y="140"/>
                    <a:pt x="4974" y="339"/>
                  </a:cubicBezTo>
                  <a:cubicBezTo>
                    <a:pt x="4775" y="498"/>
                    <a:pt x="4616" y="697"/>
                    <a:pt x="4377" y="777"/>
                  </a:cubicBezTo>
                  <a:cubicBezTo>
                    <a:pt x="4303" y="799"/>
                    <a:pt x="4229" y="808"/>
                    <a:pt x="4155" y="808"/>
                  </a:cubicBezTo>
                  <a:cubicBezTo>
                    <a:pt x="3831" y="808"/>
                    <a:pt x="3508" y="634"/>
                    <a:pt x="3184" y="618"/>
                  </a:cubicBezTo>
                  <a:cubicBezTo>
                    <a:pt x="3172" y="617"/>
                    <a:pt x="3161" y="617"/>
                    <a:pt x="3149" y="617"/>
                  </a:cubicBezTo>
                  <a:cubicBezTo>
                    <a:pt x="2568" y="617"/>
                    <a:pt x="2084" y="1105"/>
                    <a:pt x="1791" y="1612"/>
                  </a:cubicBezTo>
                  <a:cubicBezTo>
                    <a:pt x="1493" y="2130"/>
                    <a:pt x="1274" y="2726"/>
                    <a:pt x="856" y="3124"/>
                  </a:cubicBezTo>
                  <a:cubicBezTo>
                    <a:pt x="657" y="3303"/>
                    <a:pt x="419" y="3462"/>
                    <a:pt x="279" y="3701"/>
                  </a:cubicBezTo>
                  <a:cubicBezTo>
                    <a:pt x="1" y="4258"/>
                    <a:pt x="498" y="4875"/>
                    <a:pt x="1055" y="5113"/>
                  </a:cubicBezTo>
                  <a:cubicBezTo>
                    <a:pt x="1453" y="5312"/>
                    <a:pt x="1901" y="5412"/>
                    <a:pt x="2348" y="5412"/>
                  </a:cubicBezTo>
                  <a:cubicBezTo>
                    <a:pt x="2796" y="5412"/>
                    <a:pt x="3243" y="5312"/>
                    <a:pt x="3641" y="5113"/>
                  </a:cubicBezTo>
                  <a:lnTo>
                    <a:pt x="3641" y="5113"/>
                  </a:lnTo>
                  <a:lnTo>
                    <a:pt x="3462" y="5253"/>
                  </a:lnTo>
                  <a:cubicBezTo>
                    <a:pt x="4218" y="5094"/>
                    <a:pt x="4974" y="4994"/>
                    <a:pt x="5750" y="4974"/>
                  </a:cubicBezTo>
                  <a:cubicBezTo>
                    <a:pt x="6406" y="4954"/>
                    <a:pt x="7122" y="4974"/>
                    <a:pt x="7699" y="4656"/>
                  </a:cubicBezTo>
                  <a:cubicBezTo>
                    <a:pt x="8256" y="4318"/>
                    <a:pt x="8634" y="3502"/>
                    <a:pt x="8236" y="2985"/>
                  </a:cubicBezTo>
                  <a:cubicBezTo>
                    <a:pt x="7918" y="2567"/>
                    <a:pt x="7162" y="2468"/>
                    <a:pt x="7023" y="1931"/>
                  </a:cubicBezTo>
                  <a:cubicBezTo>
                    <a:pt x="6943" y="1632"/>
                    <a:pt x="7063" y="1314"/>
                    <a:pt x="7063" y="1016"/>
                  </a:cubicBezTo>
                  <a:cubicBezTo>
                    <a:pt x="7043" y="578"/>
                    <a:pt x="6705" y="180"/>
                    <a:pt x="6247" y="41"/>
                  </a:cubicBezTo>
                  <a:cubicBezTo>
                    <a:pt x="6150" y="13"/>
                    <a:pt x="6050" y="0"/>
                    <a:pt x="5947" y="0"/>
                  </a:cubicBezTo>
                  <a:close/>
                </a:path>
              </a:pathLst>
            </a:custGeom>
            <a:solidFill>
              <a:srgbClr val="1D1D1B"/>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55" name="Google Shape;718;p20">
              <a:extLst>
                <a:ext uri="{FF2B5EF4-FFF2-40B4-BE49-F238E27FC236}">
                  <a16:creationId xmlns:a16="http://schemas.microsoft.com/office/drawing/2014/main" id="{090F60F8-8A97-43C6-8655-F5FE205B6115}"/>
                </a:ext>
              </a:extLst>
            </p:cNvPr>
            <p:cNvSpPr/>
            <p:nvPr/>
          </p:nvSpPr>
          <p:spPr>
            <a:xfrm>
              <a:off x="5270232" y="1799567"/>
              <a:ext cx="318826" cy="299242"/>
            </a:xfrm>
            <a:custGeom>
              <a:avLst/>
              <a:gdLst/>
              <a:ahLst/>
              <a:cxnLst/>
              <a:rect l="l" t="t" r="r" b="b"/>
              <a:pathLst>
                <a:path w="9947" h="9336" extrusionOk="0">
                  <a:moveTo>
                    <a:pt x="4713" y="0"/>
                  </a:moveTo>
                  <a:cubicBezTo>
                    <a:pt x="3906" y="0"/>
                    <a:pt x="3115" y="225"/>
                    <a:pt x="2467" y="709"/>
                  </a:cubicBezTo>
                  <a:lnTo>
                    <a:pt x="2566" y="510"/>
                  </a:lnTo>
                  <a:lnTo>
                    <a:pt x="2566" y="510"/>
                  </a:lnTo>
                  <a:cubicBezTo>
                    <a:pt x="1671" y="709"/>
                    <a:pt x="935" y="1385"/>
                    <a:pt x="537" y="2201"/>
                  </a:cubicBezTo>
                  <a:cubicBezTo>
                    <a:pt x="120" y="2997"/>
                    <a:pt x="0" y="3952"/>
                    <a:pt x="0" y="4847"/>
                  </a:cubicBezTo>
                  <a:cubicBezTo>
                    <a:pt x="0" y="6200"/>
                    <a:pt x="299" y="7672"/>
                    <a:pt x="1333" y="8547"/>
                  </a:cubicBezTo>
                  <a:cubicBezTo>
                    <a:pt x="2044" y="9137"/>
                    <a:pt x="2974" y="9336"/>
                    <a:pt x="3904" y="9336"/>
                  </a:cubicBezTo>
                  <a:cubicBezTo>
                    <a:pt x="4197" y="9336"/>
                    <a:pt x="4489" y="9316"/>
                    <a:pt x="4774" y="9283"/>
                  </a:cubicBezTo>
                  <a:cubicBezTo>
                    <a:pt x="6247" y="9164"/>
                    <a:pt x="7699" y="8746"/>
                    <a:pt x="8972" y="7970"/>
                  </a:cubicBezTo>
                  <a:cubicBezTo>
                    <a:pt x="9250" y="7791"/>
                    <a:pt x="9549" y="7592"/>
                    <a:pt x="9728" y="7294"/>
                  </a:cubicBezTo>
                  <a:cubicBezTo>
                    <a:pt x="9947" y="6936"/>
                    <a:pt x="9947" y="6478"/>
                    <a:pt x="9927" y="6040"/>
                  </a:cubicBezTo>
                  <a:cubicBezTo>
                    <a:pt x="9787" y="4170"/>
                    <a:pt x="9091" y="2261"/>
                    <a:pt x="7659" y="1067"/>
                  </a:cubicBezTo>
                  <a:cubicBezTo>
                    <a:pt x="6838" y="381"/>
                    <a:pt x="5762" y="0"/>
                    <a:pt x="4713" y="0"/>
                  </a:cubicBezTo>
                  <a:close/>
                </a:path>
              </a:pathLst>
            </a:custGeom>
            <a:solidFill>
              <a:schemeClr val="accent5"/>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56" name="Google Shape;719;p20">
              <a:extLst>
                <a:ext uri="{FF2B5EF4-FFF2-40B4-BE49-F238E27FC236}">
                  <a16:creationId xmlns:a16="http://schemas.microsoft.com/office/drawing/2014/main" id="{ACBED637-5BF2-40DC-8E3C-E3AF548DC07B}"/>
                </a:ext>
              </a:extLst>
            </p:cNvPr>
            <p:cNvSpPr/>
            <p:nvPr/>
          </p:nvSpPr>
          <p:spPr>
            <a:xfrm>
              <a:off x="5243149" y="2117484"/>
              <a:ext cx="76830" cy="66605"/>
            </a:xfrm>
            <a:custGeom>
              <a:avLst/>
              <a:gdLst/>
              <a:ahLst/>
              <a:cxnLst/>
              <a:rect l="l" t="t" r="r" b="b"/>
              <a:pathLst>
                <a:path w="2397" h="2078" extrusionOk="0">
                  <a:moveTo>
                    <a:pt x="1482" y="0"/>
                  </a:moveTo>
                  <a:cubicBezTo>
                    <a:pt x="1482" y="0"/>
                    <a:pt x="825" y="100"/>
                    <a:pt x="348" y="398"/>
                  </a:cubicBezTo>
                  <a:cubicBezTo>
                    <a:pt x="1" y="630"/>
                    <a:pt x="348" y="661"/>
                    <a:pt x="563" y="661"/>
                  </a:cubicBezTo>
                  <a:cubicBezTo>
                    <a:pt x="644" y="661"/>
                    <a:pt x="706" y="657"/>
                    <a:pt x="706" y="657"/>
                  </a:cubicBezTo>
                  <a:lnTo>
                    <a:pt x="706" y="657"/>
                  </a:lnTo>
                  <a:cubicBezTo>
                    <a:pt x="706" y="657"/>
                    <a:pt x="129" y="1274"/>
                    <a:pt x="50" y="1811"/>
                  </a:cubicBezTo>
                  <a:cubicBezTo>
                    <a:pt x="21" y="1994"/>
                    <a:pt x="166" y="2078"/>
                    <a:pt x="415" y="2078"/>
                  </a:cubicBezTo>
                  <a:cubicBezTo>
                    <a:pt x="868" y="2078"/>
                    <a:pt x="1665" y="1802"/>
                    <a:pt x="2397" y="1353"/>
                  </a:cubicBezTo>
                  <a:lnTo>
                    <a:pt x="1482" y="0"/>
                  </a:lnTo>
                  <a:close/>
                </a:path>
              </a:pathLst>
            </a:custGeom>
            <a:solidFill>
              <a:srgbClr val="F0A6A6"/>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57" name="Google Shape;720;p20">
              <a:extLst>
                <a:ext uri="{FF2B5EF4-FFF2-40B4-BE49-F238E27FC236}">
                  <a16:creationId xmlns:a16="http://schemas.microsoft.com/office/drawing/2014/main" id="{B01C6139-0087-4EB9-A84A-0B9AE5525660}"/>
                </a:ext>
              </a:extLst>
            </p:cNvPr>
            <p:cNvSpPr/>
            <p:nvPr/>
          </p:nvSpPr>
          <p:spPr>
            <a:xfrm>
              <a:off x="5271514" y="1686202"/>
              <a:ext cx="130101" cy="153980"/>
            </a:xfrm>
            <a:custGeom>
              <a:avLst/>
              <a:gdLst/>
              <a:ahLst/>
              <a:cxnLst/>
              <a:rect l="l" t="t" r="r" b="b"/>
              <a:pathLst>
                <a:path w="4059" h="4804" extrusionOk="0">
                  <a:moveTo>
                    <a:pt x="2048" y="1"/>
                  </a:moveTo>
                  <a:cubicBezTo>
                    <a:pt x="1811" y="1"/>
                    <a:pt x="1541" y="40"/>
                    <a:pt x="1233" y="128"/>
                  </a:cubicBezTo>
                  <a:cubicBezTo>
                    <a:pt x="1233" y="128"/>
                    <a:pt x="0" y="228"/>
                    <a:pt x="99" y="1481"/>
                  </a:cubicBezTo>
                  <a:cubicBezTo>
                    <a:pt x="191" y="2647"/>
                    <a:pt x="415" y="3880"/>
                    <a:pt x="1538" y="3880"/>
                  </a:cubicBezTo>
                  <a:cubicBezTo>
                    <a:pt x="1641" y="3880"/>
                    <a:pt x="1751" y="3870"/>
                    <a:pt x="1870" y="3848"/>
                  </a:cubicBezTo>
                  <a:lnTo>
                    <a:pt x="2029" y="4803"/>
                  </a:lnTo>
                  <a:cubicBezTo>
                    <a:pt x="2029" y="4803"/>
                    <a:pt x="2040" y="4804"/>
                    <a:pt x="2060" y="4804"/>
                  </a:cubicBezTo>
                  <a:cubicBezTo>
                    <a:pt x="2246" y="4804"/>
                    <a:pt x="3250" y="4755"/>
                    <a:pt x="4058" y="3749"/>
                  </a:cubicBezTo>
                  <a:lnTo>
                    <a:pt x="3720" y="2237"/>
                  </a:lnTo>
                  <a:cubicBezTo>
                    <a:pt x="3720" y="2219"/>
                    <a:pt x="3828" y="1"/>
                    <a:pt x="2048" y="1"/>
                  </a:cubicBezTo>
                  <a:close/>
                </a:path>
              </a:pathLst>
            </a:custGeom>
            <a:solidFill>
              <a:srgbClr val="F0A6A6"/>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58" name="Google Shape;721;p20">
              <a:extLst>
                <a:ext uri="{FF2B5EF4-FFF2-40B4-BE49-F238E27FC236}">
                  <a16:creationId xmlns:a16="http://schemas.microsoft.com/office/drawing/2014/main" id="{58E967EF-4372-481A-B2DD-AC2AA8E2D277}"/>
                </a:ext>
              </a:extLst>
            </p:cNvPr>
            <p:cNvSpPr/>
            <p:nvPr/>
          </p:nvSpPr>
          <p:spPr>
            <a:xfrm>
              <a:off x="5248533" y="1665240"/>
              <a:ext cx="183661" cy="103594"/>
            </a:xfrm>
            <a:custGeom>
              <a:avLst/>
              <a:gdLst/>
              <a:ahLst/>
              <a:cxnLst/>
              <a:rect l="l" t="t" r="r" b="b"/>
              <a:pathLst>
                <a:path w="5730" h="3232" extrusionOk="0">
                  <a:moveTo>
                    <a:pt x="2465" y="0"/>
                  </a:moveTo>
                  <a:cubicBezTo>
                    <a:pt x="1561" y="0"/>
                    <a:pt x="686" y="371"/>
                    <a:pt x="1" y="1001"/>
                  </a:cubicBezTo>
                  <a:lnTo>
                    <a:pt x="160" y="1021"/>
                  </a:lnTo>
                  <a:cubicBezTo>
                    <a:pt x="259" y="1419"/>
                    <a:pt x="657" y="1697"/>
                    <a:pt x="1055" y="1737"/>
                  </a:cubicBezTo>
                  <a:cubicBezTo>
                    <a:pt x="1152" y="1752"/>
                    <a:pt x="1251" y="1758"/>
                    <a:pt x="1349" y="1758"/>
                  </a:cubicBezTo>
                  <a:cubicBezTo>
                    <a:pt x="1656" y="1758"/>
                    <a:pt x="1968" y="1698"/>
                    <a:pt x="2269" y="1638"/>
                  </a:cubicBezTo>
                  <a:cubicBezTo>
                    <a:pt x="2516" y="1601"/>
                    <a:pt x="2770" y="1556"/>
                    <a:pt x="3023" y="1556"/>
                  </a:cubicBezTo>
                  <a:cubicBezTo>
                    <a:pt x="3178" y="1556"/>
                    <a:pt x="3331" y="1573"/>
                    <a:pt x="3482" y="1618"/>
                  </a:cubicBezTo>
                  <a:cubicBezTo>
                    <a:pt x="3781" y="1717"/>
                    <a:pt x="4099" y="1996"/>
                    <a:pt x="3999" y="2294"/>
                  </a:cubicBezTo>
                  <a:cubicBezTo>
                    <a:pt x="3979" y="2414"/>
                    <a:pt x="3880" y="2513"/>
                    <a:pt x="3860" y="2632"/>
                  </a:cubicBezTo>
                  <a:cubicBezTo>
                    <a:pt x="3800" y="2911"/>
                    <a:pt x="4079" y="3130"/>
                    <a:pt x="4357" y="3209"/>
                  </a:cubicBezTo>
                  <a:cubicBezTo>
                    <a:pt x="4429" y="3224"/>
                    <a:pt x="4502" y="3232"/>
                    <a:pt x="4574" y="3232"/>
                  </a:cubicBezTo>
                  <a:cubicBezTo>
                    <a:pt x="4881" y="3232"/>
                    <a:pt x="5179" y="3100"/>
                    <a:pt x="5372" y="2891"/>
                  </a:cubicBezTo>
                  <a:cubicBezTo>
                    <a:pt x="5631" y="2612"/>
                    <a:pt x="5730" y="2195"/>
                    <a:pt x="5631" y="1837"/>
                  </a:cubicBezTo>
                  <a:cubicBezTo>
                    <a:pt x="5551" y="1598"/>
                    <a:pt x="5392" y="1399"/>
                    <a:pt x="5233" y="1200"/>
                  </a:cubicBezTo>
                  <a:cubicBezTo>
                    <a:pt x="4576" y="484"/>
                    <a:pt x="3641" y="26"/>
                    <a:pt x="2667" y="7"/>
                  </a:cubicBezTo>
                  <a:cubicBezTo>
                    <a:pt x="2599" y="2"/>
                    <a:pt x="2532" y="0"/>
                    <a:pt x="2465" y="0"/>
                  </a:cubicBezTo>
                  <a:close/>
                </a:path>
              </a:pathLst>
            </a:custGeom>
            <a:solidFill>
              <a:srgbClr val="1D1D1B"/>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59" name="Google Shape;722;p20">
              <a:extLst>
                <a:ext uri="{FF2B5EF4-FFF2-40B4-BE49-F238E27FC236}">
                  <a16:creationId xmlns:a16="http://schemas.microsoft.com/office/drawing/2014/main" id="{4E716419-8487-4BB8-AEC7-66A812E4766D}"/>
                </a:ext>
              </a:extLst>
            </p:cNvPr>
            <p:cNvSpPr/>
            <p:nvPr/>
          </p:nvSpPr>
          <p:spPr>
            <a:xfrm>
              <a:off x="5276386" y="1879663"/>
              <a:ext cx="180039" cy="215553"/>
            </a:xfrm>
            <a:custGeom>
              <a:avLst/>
              <a:gdLst/>
              <a:ahLst/>
              <a:cxnLst/>
              <a:rect l="l" t="t" r="r" b="b"/>
              <a:pathLst>
                <a:path w="5617" h="6725" extrusionOk="0">
                  <a:moveTo>
                    <a:pt x="27" y="4258"/>
                  </a:moveTo>
                  <a:lnTo>
                    <a:pt x="27" y="4258"/>
                  </a:lnTo>
                  <a:cubicBezTo>
                    <a:pt x="27" y="4258"/>
                    <a:pt x="0" y="4391"/>
                    <a:pt x="61" y="4522"/>
                  </a:cubicBezTo>
                  <a:lnTo>
                    <a:pt x="61" y="4522"/>
                  </a:lnTo>
                  <a:cubicBezTo>
                    <a:pt x="27" y="4357"/>
                    <a:pt x="27" y="4258"/>
                    <a:pt x="27" y="4258"/>
                  </a:cubicBezTo>
                  <a:close/>
                  <a:moveTo>
                    <a:pt x="4503" y="0"/>
                  </a:moveTo>
                  <a:lnTo>
                    <a:pt x="4503" y="0"/>
                  </a:lnTo>
                  <a:cubicBezTo>
                    <a:pt x="4503" y="1"/>
                    <a:pt x="3667" y="3661"/>
                    <a:pt x="1738" y="4456"/>
                  </a:cubicBezTo>
                  <a:cubicBezTo>
                    <a:pt x="1192" y="4684"/>
                    <a:pt x="819" y="4765"/>
                    <a:pt x="564" y="4765"/>
                  </a:cubicBezTo>
                  <a:cubicBezTo>
                    <a:pt x="253" y="4765"/>
                    <a:pt x="118" y="4645"/>
                    <a:pt x="61" y="4522"/>
                  </a:cubicBezTo>
                  <a:lnTo>
                    <a:pt x="61" y="4522"/>
                  </a:lnTo>
                  <a:cubicBezTo>
                    <a:pt x="157" y="4994"/>
                    <a:pt x="531" y="6001"/>
                    <a:pt x="1977" y="6724"/>
                  </a:cubicBezTo>
                  <a:cubicBezTo>
                    <a:pt x="1996" y="6724"/>
                    <a:pt x="5617" y="3880"/>
                    <a:pt x="4503" y="0"/>
                  </a:cubicBezTo>
                  <a:close/>
                </a:path>
              </a:pathLst>
            </a:custGeom>
            <a:solidFill>
              <a:srgbClr val="1D1D1B"/>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60" name="Google Shape;723;p20">
              <a:extLst>
                <a:ext uri="{FF2B5EF4-FFF2-40B4-BE49-F238E27FC236}">
                  <a16:creationId xmlns:a16="http://schemas.microsoft.com/office/drawing/2014/main" id="{73C70C17-2C91-438A-AF92-755B49E9ECFC}"/>
                </a:ext>
              </a:extLst>
            </p:cNvPr>
            <p:cNvSpPr/>
            <p:nvPr/>
          </p:nvSpPr>
          <p:spPr>
            <a:xfrm>
              <a:off x="5455777" y="1926202"/>
              <a:ext cx="76541" cy="170295"/>
            </a:xfrm>
            <a:custGeom>
              <a:avLst/>
              <a:gdLst/>
              <a:ahLst/>
              <a:cxnLst/>
              <a:rect l="l" t="t" r="r" b="b"/>
              <a:pathLst>
                <a:path w="2388" h="5313" extrusionOk="0">
                  <a:moveTo>
                    <a:pt x="1591" y="1"/>
                  </a:moveTo>
                  <a:cubicBezTo>
                    <a:pt x="1591" y="1"/>
                    <a:pt x="915" y="4974"/>
                    <a:pt x="0" y="5312"/>
                  </a:cubicBezTo>
                  <a:cubicBezTo>
                    <a:pt x="0" y="5312"/>
                    <a:pt x="1074" y="5093"/>
                    <a:pt x="1910" y="4675"/>
                  </a:cubicBezTo>
                  <a:cubicBezTo>
                    <a:pt x="1910" y="4675"/>
                    <a:pt x="2387" y="2249"/>
                    <a:pt x="1591" y="1"/>
                  </a:cubicBezTo>
                  <a:close/>
                </a:path>
              </a:pathLst>
            </a:custGeom>
            <a:solidFill>
              <a:srgbClr val="1D1D1B"/>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61" name="Google Shape;724;p20">
              <a:extLst>
                <a:ext uri="{FF2B5EF4-FFF2-40B4-BE49-F238E27FC236}">
                  <a16:creationId xmlns:a16="http://schemas.microsoft.com/office/drawing/2014/main" id="{0A753729-C342-490C-9236-CB0A86F3F180}"/>
                </a:ext>
              </a:extLst>
            </p:cNvPr>
            <p:cNvSpPr/>
            <p:nvPr/>
          </p:nvSpPr>
          <p:spPr>
            <a:xfrm>
              <a:off x="5281065" y="1879663"/>
              <a:ext cx="237221" cy="286325"/>
            </a:xfrm>
            <a:custGeom>
              <a:avLst/>
              <a:gdLst/>
              <a:ahLst/>
              <a:cxnLst/>
              <a:rect l="l" t="t" r="r" b="b"/>
              <a:pathLst>
                <a:path w="7401" h="8933" extrusionOk="0">
                  <a:moveTo>
                    <a:pt x="4317" y="0"/>
                  </a:moveTo>
                  <a:lnTo>
                    <a:pt x="4317" y="0"/>
                  </a:lnTo>
                  <a:cubicBezTo>
                    <a:pt x="4456" y="1473"/>
                    <a:pt x="4078" y="2984"/>
                    <a:pt x="3322" y="4258"/>
                  </a:cubicBezTo>
                  <a:cubicBezTo>
                    <a:pt x="3044" y="4675"/>
                    <a:pt x="2726" y="5093"/>
                    <a:pt x="2328" y="5391"/>
                  </a:cubicBezTo>
                  <a:cubicBezTo>
                    <a:pt x="1791" y="5769"/>
                    <a:pt x="1154" y="5988"/>
                    <a:pt x="657" y="6386"/>
                  </a:cubicBezTo>
                  <a:cubicBezTo>
                    <a:pt x="398" y="6585"/>
                    <a:pt x="179" y="6863"/>
                    <a:pt x="100" y="7182"/>
                  </a:cubicBezTo>
                  <a:cubicBezTo>
                    <a:pt x="0" y="7679"/>
                    <a:pt x="259" y="8196"/>
                    <a:pt x="657" y="8515"/>
                  </a:cubicBezTo>
                  <a:cubicBezTo>
                    <a:pt x="1055" y="8833"/>
                    <a:pt x="1572" y="8932"/>
                    <a:pt x="2069" y="8932"/>
                  </a:cubicBezTo>
                  <a:cubicBezTo>
                    <a:pt x="2084" y="8932"/>
                    <a:pt x="2100" y="8933"/>
                    <a:pt x="2115" y="8933"/>
                  </a:cubicBezTo>
                  <a:cubicBezTo>
                    <a:pt x="3788" y="8933"/>
                    <a:pt x="5340" y="7845"/>
                    <a:pt x="6227" y="6426"/>
                  </a:cubicBezTo>
                  <a:cubicBezTo>
                    <a:pt x="7122" y="4974"/>
                    <a:pt x="7400" y="3243"/>
                    <a:pt x="7400" y="1552"/>
                  </a:cubicBezTo>
                  <a:lnTo>
                    <a:pt x="4317" y="0"/>
                  </a:lnTo>
                  <a:close/>
                </a:path>
              </a:pathLst>
            </a:custGeom>
            <a:solidFill>
              <a:schemeClr val="accent5"/>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62" name="Google Shape;725;p20">
              <a:extLst>
                <a:ext uri="{FF2B5EF4-FFF2-40B4-BE49-F238E27FC236}">
                  <a16:creationId xmlns:a16="http://schemas.microsoft.com/office/drawing/2014/main" id="{F99063AC-609B-4867-8A5B-C71804FC8980}"/>
                </a:ext>
              </a:extLst>
            </p:cNvPr>
            <p:cNvSpPr/>
            <p:nvPr/>
          </p:nvSpPr>
          <p:spPr>
            <a:xfrm>
              <a:off x="5387764" y="2202291"/>
              <a:ext cx="163660" cy="21635"/>
            </a:xfrm>
            <a:custGeom>
              <a:avLst/>
              <a:gdLst/>
              <a:ahLst/>
              <a:cxnLst/>
              <a:rect l="l" t="t" r="r" b="b"/>
              <a:pathLst>
                <a:path w="5106" h="675" extrusionOk="0">
                  <a:moveTo>
                    <a:pt x="5006" y="0"/>
                  </a:moveTo>
                  <a:cubicBezTo>
                    <a:pt x="5006" y="0"/>
                    <a:pt x="1505" y="478"/>
                    <a:pt x="13" y="577"/>
                  </a:cubicBezTo>
                  <a:cubicBezTo>
                    <a:pt x="0" y="577"/>
                    <a:pt x="1428" y="674"/>
                    <a:pt x="2941" y="674"/>
                  </a:cubicBezTo>
                  <a:cubicBezTo>
                    <a:pt x="3698" y="674"/>
                    <a:pt x="4476" y="650"/>
                    <a:pt x="5106" y="577"/>
                  </a:cubicBezTo>
                  <a:lnTo>
                    <a:pt x="5006" y="0"/>
                  </a:lnTo>
                  <a:close/>
                </a:path>
              </a:pathLst>
            </a:custGeom>
            <a:solidFill>
              <a:srgbClr val="1D1D1B"/>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sp>
          <p:nvSpPr>
            <p:cNvPr id="63" name="Google Shape;726;p20">
              <a:extLst>
                <a:ext uri="{FF2B5EF4-FFF2-40B4-BE49-F238E27FC236}">
                  <a16:creationId xmlns:a16="http://schemas.microsoft.com/office/drawing/2014/main" id="{1E57F806-A371-4104-BB47-994A45E8A1A8}"/>
                </a:ext>
              </a:extLst>
            </p:cNvPr>
            <p:cNvSpPr/>
            <p:nvPr/>
          </p:nvSpPr>
          <p:spPr>
            <a:xfrm>
              <a:off x="4358467" y="2261586"/>
              <a:ext cx="1582592" cy="1200014"/>
            </a:xfrm>
            <a:custGeom>
              <a:avLst/>
              <a:gdLst/>
              <a:ahLst/>
              <a:cxnLst/>
              <a:rect l="l" t="t" r="r" b="b"/>
              <a:pathLst>
                <a:path w="49375" h="37439" extrusionOk="0">
                  <a:moveTo>
                    <a:pt x="15497" y="0"/>
                  </a:moveTo>
                  <a:cubicBezTo>
                    <a:pt x="13528" y="0"/>
                    <a:pt x="11936" y="1592"/>
                    <a:pt x="11936" y="3561"/>
                  </a:cubicBezTo>
                  <a:lnTo>
                    <a:pt x="11936" y="13149"/>
                  </a:lnTo>
                  <a:cubicBezTo>
                    <a:pt x="11936" y="13827"/>
                    <a:pt x="11380" y="14319"/>
                    <a:pt x="10785" y="14319"/>
                  </a:cubicBezTo>
                  <a:cubicBezTo>
                    <a:pt x="10576" y="14319"/>
                    <a:pt x="10362" y="14258"/>
                    <a:pt x="10166" y="14124"/>
                  </a:cubicBezTo>
                  <a:lnTo>
                    <a:pt x="10146" y="14124"/>
                  </a:lnTo>
                  <a:cubicBezTo>
                    <a:pt x="9234" y="13493"/>
                    <a:pt x="8136" y="13122"/>
                    <a:pt x="6958" y="13122"/>
                  </a:cubicBezTo>
                  <a:cubicBezTo>
                    <a:pt x="6132" y="13122"/>
                    <a:pt x="5266" y="13305"/>
                    <a:pt x="4397" y="13706"/>
                  </a:cubicBezTo>
                  <a:cubicBezTo>
                    <a:pt x="3323" y="14164"/>
                    <a:pt x="2467" y="15019"/>
                    <a:pt x="1970" y="16093"/>
                  </a:cubicBezTo>
                  <a:cubicBezTo>
                    <a:pt x="1" y="20271"/>
                    <a:pt x="3005" y="24369"/>
                    <a:pt x="6963" y="24369"/>
                  </a:cubicBezTo>
                  <a:cubicBezTo>
                    <a:pt x="8137" y="24369"/>
                    <a:pt x="9191" y="24011"/>
                    <a:pt x="10086" y="23394"/>
                  </a:cubicBezTo>
                  <a:cubicBezTo>
                    <a:pt x="10126" y="23374"/>
                    <a:pt x="10146" y="23374"/>
                    <a:pt x="10166" y="23354"/>
                  </a:cubicBezTo>
                  <a:cubicBezTo>
                    <a:pt x="10366" y="23226"/>
                    <a:pt x="10582" y="23168"/>
                    <a:pt x="10791" y="23168"/>
                  </a:cubicBezTo>
                  <a:cubicBezTo>
                    <a:pt x="11390" y="23168"/>
                    <a:pt x="11936" y="23645"/>
                    <a:pt x="11936" y="24309"/>
                  </a:cubicBezTo>
                  <a:lnTo>
                    <a:pt x="11936" y="33917"/>
                  </a:lnTo>
                  <a:cubicBezTo>
                    <a:pt x="11877" y="35847"/>
                    <a:pt x="13468" y="37438"/>
                    <a:pt x="15457" y="37438"/>
                  </a:cubicBezTo>
                  <a:lnTo>
                    <a:pt x="25404" y="37438"/>
                  </a:lnTo>
                  <a:cubicBezTo>
                    <a:pt x="26100" y="37239"/>
                    <a:pt x="26478" y="36404"/>
                    <a:pt x="26060" y="35728"/>
                  </a:cubicBezTo>
                  <a:cubicBezTo>
                    <a:pt x="26040" y="35708"/>
                    <a:pt x="26040" y="35688"/>
                    <a:pt x="26000" y="35648"/>
                  </a:cubicBezTo>
                  <a:cubicBezTo>
                    <a:pt x="25404" y="34753"/>
                    <a:pt x="25046" y="33659"/>
                    <a:pt x="25046" y="32525"/>
                  </a:cubicBezTo>
                  <a:cubicBezTo>
                    <a:pt x="25046" y="29425"/>
                    <a:pt x="27558" y="26911"/>
                    <a:pt x="30653" y="26911"/>
                  </a:cubicBezTo>
                  <a:cubicBezTo>
                    <a:pt x="31511" y="26911"/>
                    <a:pt x="32414" y="27104"/>
                    <a:pt x="33321" y="27532"/>
                  </a:cubicBezTo>
                  <a:cubicBezTo>
                    <a:pt x="34395" y="28029"/>
                    <a:pt x="35211" y="28884"/>
                    <a:pt x="35708" y="29959"/>
                  </a:cubicBezTo>
                  <a:cubicBezTo>
                    <a:pt x="36643" y="32067"/>
                    <a:pt x="36325" y="34156"/>
                    <a:pt x="35290" y="35708"/>
                  </a:cubicBezTo>
                  <a:lnTo>
                    <a:pt x="35290" y="35728"/>
                  </a:lnTo>
                  <a:cubicBezTo>
                    <a:pt x="34833" y="36384"/>
                    <a:pt x="35211" y="37239"/>
                    <a:pt x="35927" y="37438"/>
                  </a:cubicBezTo>
                  <a:lnTo>
                    <a:pt x="45833" y="37438"/>
                  </a:lnTo>
                  <a:cubicBezTo>
                    <a:pt x="47783" y="37438"/>
                    <a:pt x="49374" y="35847"/>
                    <a:pt x="49374" y="33897"/>
                  </a:cubicBezTo>
                  <a:lnTo>
                    <a:pt x="49374" y="3561"/>
                  </a:lnTo>
                  <a:cubicBezTo>
                    <a:pt x="49374" y="1592"/>
                    <a:pt x="47783" y="0"/>
                    <a:pt x="45833" y="0"/>
                  </a:cubicBezTo>
                  <a:close/>
                </a:path>
              </a:pathLst>
            </a:custGeom>
            <a:solidFill>
              <a:schemeClr val="accent4"/>
            </a:solidFill>
            <a:ln>
              <a:noFill/>
            </a:ln>
          </p:spPr>
          <p:txBody>
            <a:bodyPr spcFirstLastPara="1" wrap="square" lIns="91425" tIns="91425" rIns="91425" bIns="91425" anchor="ctr" anchorCtr="0">
              <a:noAutofit/>
            </a:bodyPr>
            <a:lstStyle/>
            <a:p>
              <a:pPr defTabSz="1219170">
                <a:buClr>
                  <a:srgbClr val="000000"/>
                </a:buClr>
              </a:pPr>
              <a:endParaRPr sz="1400" kern="0">
                <a:solidFill>
                  <a:srgbClr val="000000"/>
                </a:solidFill>
                <a:latin typeface="Arial"/>
                <a:cs typeface="Arial"/>
                <a:sym typeface="Arial"/>
              </a:endParaRPr>
            </a:p>
          </p:txBody>
        </p:sp>
      </p:grpSp>
      <p:sp>
        <p:nvSpPr>
          <p:cNvPr id="66" name="TextBox 65">
            <a:extLst>
              <a:ext uri="{FF2B5EF4-FFF2-40B4-BE49-F238E27FC236}">
                <a16:creationId xmlns:a16="http://schemas.microsoft.com/office/drawing/2014/main" id="{1FDCADF9-CAA0-425B-A24B-E0956C94A390}"/>
              </a:ext>
            </a:extLst>
          </p:cNvPr>
          <p:cNvSpPr txBox="1"/>
          <p:nvPr/>
        </p:nvSpPr>
        <p:spPr>
          <a:xfrm>
            <a:off x="8893424" y="2087359"/>
            <a:ext cx="2650377" cy="215444"/>
          </a:xfrm>
          <a:prstGeom prst="rect">
            <a:avLst/>
          </a:prstGeom>
          <a:noFill/>
        </p:spPr>
        <p:txBody>
          <a:bodyPr wrap="square" lIns="0" tIns="0" rIns="0" bIns="0" rtlCol="0">
            <a:spAutoFit/>
          </a:bodyPr>
          <a:lstStyle/>
          <a:p>
            <a:pPr defTabSz="1219170">
              <a:spcBef>
                <a:spcPts val="600"/>
              </a:spcBef>
              <a:buClr>
                <a:srgbClr val="000000"/>
              </a:buClr>
            </a:pPr>
            <a:r>
              <a:rPr lang="en-US" sz="1400" b="1" kern="0" dirty="0">
                <a:solidFill>
                  <a:srgbClr val="000000"/>
                </a:solidFill>
                <a:latin typeface="Roboto" panose="02000000000000000000" pitchFamily="2" charset="0"/>
                <a:ea typeface="Roboto" panose="02000000000000000000" pitchFamily="2" charset="0"/>
                <a:cs typeface="Roboto" panose="02000000000000000000" pitchFamily="2" charset="0"/>
                <a:sym typeface="Arial"/>
              </a:rPr>
              <a:t>Supervised by: Dr. Adeel Anjum</a:t>
            </a:r>
          </a:p>
        </p:txBody>
      </p:sp>
      <p:sp>
        <p:nvSpPr>
          <p:cNvPr id="67" name="Oval 66">
            <a:extLst>
              <a:ext uri="{FF2B5EF4-FFF2-40B4-BE49-F238E27FC236}">
                <a16:creationId xmlns:a16="http://schemas.microsoft.com/office/drawing/2014/main" id="{79AF0AD0-0E6B-4095-9FAC-06E6B40C33F9}"/>
              </a:ext>
            </a:extLst>
          </p:cNvPr>
          <p:cNvSpPr/>
          <p:nvPr/>
        </p:nvSpPr>
        <p:spPr>
          <a:xfrm>
            <a:off x="8552426" y="2134229"/>
            <a:ext cx="193065" cy="1930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endParaRPr lang="en-IN" sz="1400" kern="0" dirty="0">
              <a:solidFill>
                <a:srgbClr val="FFFFFF"/>
              </a:solidFill>
              <a:latin typeface="Arial"/>
              <a:sym typeface="Arial"/>
            </a:endParaRPr>
          </a:p>
        </p:txBody>
      </p:sp>
      <p:sp>
        <p:nvSpPr>
          <p:cNvPr id="69" name="TextBox 68">
            <a:extLst>
              <a:ext uri="{FF2B5EF4-FFF2-40B4-BE49-F238E27FC236}">
                <a16:creationId xmlns:a16="http://schemas.microsoft.com/office/drawing/2014/main" id="{F043C8E6-D053-4D7F-BF3C-A01E59E7FBA3}"/>
              </a:ext>
            </a:extLst>
          </p:cNvPr>
          <p:cNvSpPr txBox="1"/>
          <p:nvPr/>
        </p:nvSpPr>
        <p:spPr>
          <a:xfrm>
            <a:off x="8893424" y="4523051"/>
            <a:ext cx="2650377" cy="215444"/>
          </a:xfrm>
          <a:prstGeom prst="rect">
            <a:avLst/>
          </a:prstGeom>
          <a:noFill/>
        </p:spPr>
        <p:txBody>
          <a:bodyPr wrap="square" lIns="0" tIns="0" rIns="0" bIns="0" rtlCol="0">
            <a:spAutoFit/>
          </a:bodyPr>
          <a:lstStyle/>
          <a:p>
            <a:pPr defTabSz="1219170">
              <a:spcBef>
                <a:spcPts val="600"/>
              </a:spcBef>
              <a:buClr>
                <a:srgbClr val="000000"/>
              </a:buClr>
            </a:pPr>
            <a:r>
              <a:rPr lang="en-US" sz="1400" b="1" kern="0">
                <a:solidFill>
                  <a:srgbClr val="000000"/>
                </a:solidFill>
                <a:latin typeface="Roboto" panose="02000000000000000000" pitchFamily="2" charset="0"/>
                <a:ea typeface="Roboto" panose="02000000000000000000" pitchFamily="2" charset="0"/>
                <a:cs typeface="Roboto" panose="02000000000000000000" pitchFamily="2" charset="0"/>
                <a:sym typeface="Arial"/>
              </a:rPr>
              <a:t>Students</a:t>
            </a:r>
            <a:endParaRPr lang="en-US" sz="1400" b="1" kern="0"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70" name="Oval 69">
            <a:extLst>
              <a:ext uri="{FF2B5EF4-FFF2-40B4-BE49-F238E27FC236}">
                <a16:creationId xmlns:a16="http://schemas.microsoft.com/office/drawing/2014/main" id="{088645B7-A5AF-4371-A54F-6CA5D4CEED46}"/>
              </a:ext>
            </a:extLst>
          </p:cNvPr>
          <p:cNvSpPr/>
          <p:nvPr/>
        </p:nvSpPr>
        <p:spPr>
          <a:xfrm>
            <a:off x="8552426" y="4569921"/>
            <a:ext cx="193065" cy="19306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endParaRPr lang="en-IN" sz="1400" kern="0">
              <a:solidFill>
                <a:srgbClr val="FFFFFF"/>
              </a:solidFill>
              <a:latin typeface="Arial"/>
              <a:sym typeface="Arial"/>
            </a:endParaRPr>
          </a:p>
        </p:txBody>
      </p:sp>
      <p:sp>
        <p:nvSpPr>
          <p:cNvPr id="72" name="TextBox 71">
            <a:extLst>
              <a:ext uri="{FF2B5EF4-FFF2-40B4-BE49-F238E27FC236}">
                <a16:creationId xmlns:a16="http://schemas.microsoft.com/office/drawing/2014/main" id="{004FF1B0-B1EB-4705-8C3E-DD1635F43185}"/>
              </a:ext>
            </a:extLst>
          </p:cNvPr>
          <p:cNvSpPr txBox="1"/>
          <p:nvPr/>
        </p:nvSpPr>
        <p:spPr>
          <a:xfrm flipH="1">
            <a:off x="648204" y="2087357"/>
            <a:ext cx="2650377" cy="507831"/>
          </a:xfrm>
          <a:prstGeom prst="rect">
            <a:avLst/>
          </a:prstGeom>
          <a:noFill/>
        </p:spPr>
        <p:txBody>
          <a:bodyPr wrap="square" lIns="0" tIns="0" rIns="0" bIns="0" rtlCol="0">
            <a:spAutoFit/>
          </a:bodyPr>
          <a:lstStyle/>
          <a:p>
            <a:pPr algn="r" defTabSz="1219170">
              <a:spcBef>
                <a:spcPts val="600"/>
              </a:spcBef>
              <a:buClr>
                <a:srgbClr val="000000"/>
              </a:buClr>
            </a:pPr>
            <a:r>
              <a:rPr lang="en-US" sz="1400" b="1" kern="0" dirty="0">
                <a:solidFill>
                  <a:srgbClr val="000000"/>
                </a:solidFill>
                <a:latin typeface="Roboto" panose="02000000000000000000" pitchFamily="2" charset="0"/>
                <a:ea typeface="Roboto" panose="02000000000000000000" pitchFamily="2" charset="0"/>
                <a:cs typeface="Roboto" panose="02000000000000000000" pitchFamily="2" charset="0"/>
                <a:sym typeface="Arial"/>
              </a:rPr>
              <a:t>Developed by: Umer Bin Ijaz</a:t>
            </a:r>
          </a:p>
          <a:p>
            <a:pPr algn="r" defTabSz="1219170">
              <a:spcBef>
                <a:spcPts val="600"/>
              </a:spcBef>
              <a:buClr>
                <a:srgbClr val="000000"/>
              </a:buClr>
            </a:pPr>
            <a:endParaRPr lang="en-US" sz="1400" b="1" kern="0"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73" name="Oval 72">
            <a:extLst>
              <a:ext uri="{FF2B5EF4-FFF2-40B4-BE49-F238E27FC236}">
                <a16:creationId xmlns:a16="http://schemas.microsoft.com/office/drawing/2014/main" id="{4DBFD88E-DC9C-4057-9036-B20CAF6D0A9E}"/>
              </a:ext>
            </a:extLst>
          </p:cNvPr>
          <p:cNvSpPr/>
          <p:nvPr/>
        </p:nvSpPr>
        <p:spPr>
          <a:xfrm flipH="1">
            <a:off x="3446513" y="2134226"/>
            <a:ext cx="193065" cy="19306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endParaRPr lang="en-IN" sz="1400" kern="0" dirty="0">
              <a:solidFill>
                <a:srgbClr val="FFFFFF"/>
              </a:solidFill>
              <a:latin typeface="Arial"/>
              <a:sym typeface="Arial"/>
            </a:endParaRPr>
          </a:p>
        </p:txBody>
      </p:sp>
      <p:sp>
        <p:nvSpPr>
          <p:cNvPr id="75" name="TextBox 74">
            <a:extLst>
              <a:ext uri="{FF2B5EF4-FFF2-40B4-BE49-F238E27FC236}">
                <a16:creationId xmlns:a16="http://schemas.microsoft.com/office/drawing/2014/main" id="{00B71923-8330-4381-A3DB-1DBF2EEA332F}"/>
              </a:ext>
            </a:extLst>
          </p:cNvPr>
          <p:cNvSpPr txBox="1"/>
          <p:nvPr/>
        </p:nvSpPr>
        <p:spPr>
          <a:xfrm flipH="1">
            <a:off x="953113" y="4506611"/>
            <a:ext cx="2650377" cy="215444"/>
          </a:xfrm>
          <a:prstGeom prst="rect">
            <a:avLst/>
          </a:prstGeom>
          <a:noFill/>
        </p:spPr>
        <p:txBody>
          <a:bodyPr wrap="square" lIns="0" tIns="0" rIns="0" bIns="0" rtlCol="0">
            <a:spAutoFit/>
          </a:bodyPr>
          <a:lstStyle/>
          <a:p>
            <a:pPr algn="ctr" defTabSz="1219170">
              <a:spcBef>
                <a:spcPts val="600"/>
              </a:spcBef>
              <a:buClr>
                <a:srgbClr val="000000"/>
              </a:buClr>
            </a:pPr>
            <a:r>
              <a:rPr lang="en-US" sz="1400" b="1" kern="0" dirty="0">
                <a:solidFill>
                  <a:srgbClr val="000000"/>
                </a:solidFill>
                <a:latin typeface="Georgia" panose="02040502050405020303" pitchFamily="18" charset="0"/>
                <a:cs typeface="Arial"/>
                <a:sym typeface="Arial"/>
              </a:rPr>
              <a:t>All Faculty Members</a:t>
            </a:r>
            <a:endParaRPr lang="en-US" sz="1400" kern="0" dirty="0">
              <a:solidFill>
                <a:srgbClr val="000000"/>
              </a:solidFill>
              <a:latin typeface="Georgia Pro Light" panose="02040302050405020303" pitchFamily="18" charset="0"/>
              <a:cs typeface="Arial"/>
              <a:sym typeface="Arial"/>
            </a:endParaRPr>
          </a:p>
        </p:txBody>
      </p:sp>
      <p:sp>
        <p:nvSpPr>
          <p:cNvPr id="76" name="Oval 75">
            <a:extLst>
              <a:ext uri="{FF2B5EF4-FFF2-40B4-BE49-F238E27FC236}">
                <a16:creationId xmlns:a16="http://schemas.microsoft.com/office/drawing/2014/main" id="{35230D6A-1752-4557-927A-264F3A0817D7}"/>
              </a:ext>
            </a:extLst>
          </p:cNvPr>
          <p:cNvSpPr/>
          <p:nvPr/>
        </p:nvSpPr>
        <p:spPr>
          <a:xfrm flipH="1">
            <a:off x="3446513" y="4569917"/>
            <a:ext cx="193065" cy="19306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endParaRPr lang="en-IN" sz="1400" kern="0">
              <a:solidFill>
                <a:srgbClr val="FFFFFF"/>
              </a:solidFill>
              <a:latin typeface="Arial"/>
              <a:sym typeface="Arial"/>
            </a:endParaRPr>
          </a:p>
        </p:txBody>
      </p:sp>
      <p:sp>
        <p:nvSpPr>
          <p:cNvPr id="80" name="TextBox 79">
            <a:extLst>
              <a:ext uri="{FF2B5EF4-FFF2-40B4-BE49-F238E27FC236}">
                <a16:creationId xmlns:a16="http://schemas.microsoft.com/office/drawing/2014/main" id="{8029B4D0-1958-4EA9-AE01-AE06A60D51FE}"/>
              </a:ext>
            </a:extLst>
          </p:cNvPr>
          <p:cNvSpPr txBox="1"/>
          <p:nvPr/>
        </p:nvSpPr>
        <p:spPr>
          <a:xfrm>
            <a:off x="0" y="118753"/>
            <a:ext cx="12192000" cy="553998"/>
          </a:xfrm>
          <a:prstGeom prst="rect">
            <a:avLst/>
          </a:prstGeom>
          <a:noFill/>
        </p:spPr>
        <p:txBody>
          <a:bodyPr wrap="square" rtlCol="0">
            <a:spAutoFit/>
          </a:bodyPr>
          <a:lstStyle/>
          <a:p>
            <a:pPr algn="ctr" defTabSz="1219170">
              <a:buClr>
                <a:srgbClr val="000000"/>
              </a:buClr>
            </a:pPr>
            <a:r>
              <a:rPr lang="en-IN" sz="3000" kern="0" dirty="0">
                <a:solidFill>
                  <a:srgbClr val="000000"/>
                </a:solidFill>
                <a:latin typeface="Georgia" panose="02040502050405020303" pitchFamily="18" charset="0"/>
                <a:ea typeface="Cambria" panose="02040503050406030204" pitchFamily="18" charset="0"/>
                <a:cs typeface="Arial"/>
                <a:sym typeface="Arial"/>
              </a:rPr>
              <a:t>Stakeholder's</a:t>
            </a:r>
          </a:p>
        </p:txBody>
      </p:sp>
    </p:spTree>
    <p:extLst>
      <p:ext uri="{BB962C8B-B14F-4D97-AF65-F5344CB8AC3E}">
        <p14:creationId xmlns:p14="http://schemas.microsoft.com/office/powerpoint/2010/main" val="311587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750"/>
                                  </p:stCondLst>
                                  <p:childTnLst>
                                    <p:set>
                                      <p:cBhvr>
                                        <p:cTn id="10" dur="1" fill="hold">
                                          <p:stCondLst>
                                            <p:cond delay="0"/>
                                          </p:stCondLst>
                                        </p:cTn>
                                        <p:tgtEl>
                                          <p:spTgt spid="73"/>
                                        </p:tgtEl>
                                        <p:attrNameLst>
                                          <p:attrName>style.visibility</p:attrName>
                                        </p:attrNameLst>
                                      </p:cBhvr>
                                      <p:to>
                                        <p:strVal val="visible"/>
                                      </p:to>
                                    </p:set>
                                    <p:anim calcmode="lin" valueType="num">
                                      <p:cBhvr additive="base">
                                        <p:cTn id="11" dur="750" fill="hold"/>
                                        <p:tgtEl>
                                          <p:spTgt spid="73"/>
                                        </p:tgtEl>
                                        <p:attrNameLst>
                                          <p:attrName>ppt_x</p:attrName>
                                        </p:attrNameLst>
                                      </p:cBhvr>
                                      <p:tavLst>
                                        <p:tav tm="0">
                                          <p:val>
                                            <p:strVal val="#ppt_x"/>
                                          </p:val>
                                        </p:tav>
                                        <p:tav tm="100000">
                                          <p:val>
                                            <p:strVal val="#ppt_x"/>
                                          </p:val>
                                        </p:tav>
                                      </p:tavLst>
                                    </p:anim>
                                    <p:anim calcmode="lin" valueType="num">
                                      <p:cBhvr additive="base">
                                        <p:cTn id="12" dur="750" fill="hold"/>
                                        <p:tgtEl>
                                          <p:spTgt spid="73"/>
                                        </p:tgtEl>
                                        <p:attrNameLst>
                                          <p:attrName>ppt_y</p:attrName>
                                        </p:attrNameLst>
                                      </p:cBhvr>
                                      <p:tavLst>
                                        <p:tav tm="0">
                                          <p:val>
                                            <p:strVal val="1+#ppt_h/2"/>
                                          </p:val>
                                        </p:tav>
                                        <p:tav tm="100000">
                                          <p:val>
                                            <p:strVal val="#ppt_y"/>
                                          </p:val>
                                        </p:tav>
                                      </p:tavLst>
                                    </p:anim>
                                  </p:childTnLst>
                                </p:cTn>
                              </p:par>
                              <p:par>
                                <p:cTn id="13" presetID="10" presetClass="entr" presetSubtype="0" fill="hold" grpId="0" nodeType="withEffect">
                                  <p:stCondLst>
                                    <p:cond delay="1250"/>
                                  </p:stCondLst>
                                  <p:childTnLst>
                                    <p:set>
                                      <p:cBhvr>
                                        <p:cTn id="14" dur="1" fill="hold">
                                          <p:stCondLst>
                                            <p:cond delay="0"/>
                                          </p:stCondLst>
                                        </p:cTn>
                                        <p:tgtEl>
                                          <p:spTgt spid="72"/>
                                        </p:tgtEl>
                                        <p:attrNameLst>
                                          <p:attrName>style.visibility</p:attrName>
                                        </p:attrNameLst>
                                      </p:cBhvr>
                                      <p:to>
                                        <p:strVal val="visible"/>
                                      </p:to>
                                    </p:set>
                                    <p:animEffect transition="in" filter="fade">
                                      <p:cBhvr>
                                        <p:cTn id="15" dur="2000"/>
                                        <p:tgtEl>
                                          <p:spTgt spid="7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46"/>
                                        </p:tgtEl>
                                        <p:attrNameLst>
                                          <p:attrName>style.visibility</p:attrName>
                                        </p:attrNameLst>
                                      </p:cBhvr>
                                      <p:to>
                                        <p:strVal val="visible"/>
                                      </p:to>
                                    </p:set>
                                    <p:anim calcmode="lin" valueType="num">
                                      <p:cBhvr additive="base">
                                        <p:cTn id="20" dur="1000" fill="hold"/>
                                        <p:tgtEl>
                                          <p:spTgt spid="46"/>
                                        </p:tgtEl>
                                        <p:attrNameLst>
                                          <p:attrName>ppt_x</p:attrName>
                                        </p:attrNameLst>
                                      </p:cBhvr>
                                      <p:tavLst>
                                        <p:tav tm="0">
                                          <p:val>
                                            <p:strVal val="#ppt_x"/>
                                          </p:val>
                                        </p:tav>
                                        <p:tav tm="100000">
                                          <p:val>
                                            <p:strVal val="#ppt_x"/>
                                          </p:val>
                                        </p:tav>
                                      </p:tavLst>
                                    </p:anim>
                                    <p:anim calcmode="lin" valueType="num">
                                      <p:cBhvr additive="base">
                                        <p:cTn id="21" dur="1000" fill="hold"/>
                                        <p:tgtEl>
                                          <p:spTgt spid="46"/>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750"/>
                                  </p:stCondLst>
                                  <p:childTnLst>
                                    <p:set>
                                      <p:cBhvr>
                                        <p:cTn id="23" dur="1" fill="hold">
                                          <p:stCondLst>
                                            <p:cond delay="0"/>
                                          </p:stCondLst>
                                        </p:cTn>
                                        <p:tgtEl>
                                          <p:spTgt spid="67"/>
                                        </p:tgtEl>
                                        <p:attrNameLst>
                                          <p:attrName>style.visibility</p:attrName>
                                        </p:attrNameLst>
                                      </p:cBhvr>
                                      <p:to>
                                        <p:strVal val="visible"/>
                                      </p:to>
                                    </p:set>
                                    <p:anim calcmode="lin" valueType="num">
                                      <p:cBhvr additive="base">
                                        <p:cTn id="24" dur="750" fill="hold"/>
                                        <p:tgtEl>
                                          <p:spTgt spid="67"/>
                                        </p:tgtEl>
                                        <p:attrNameLst>
                                          <p:attrName>ppt_x</p:attrName>
                                        </p:attrNameLst>
                                      </p:cBhvr>
                                      <p:tavLst>
                                        <p:tav tm="0">
                                          <p:val>
                                            <p:strVal val="#ppt_x"/>
                                          </p:val>
                                        </p:tav>
                                        <p:tav tm="100000">
                                          <p:val>
                                            <p:strVal val="#ppt_x"/>
                                          </p:val>
                                        </p:tav>
                                      </p:tavLst>
                                    </p:anim>
                                    <p:anim calcmode="lin" valueType="num">
                                      <p:cBhvr additive="base">
                                        <p:cTn id="25" dur="750" fill="hold"/>
                                        <p:tgtEl>
                                          <p:spTgt spid="67"/>
                                        </p:tgtEl>
                                        <p:attrNameLst>
                                          <p:attrName>ppt_y</p:attrName>
                                        </p:attrNameLst>
                                      </p:cBhvr>
                                      <p:tavLst>
                                        <p:tav tm="0">
                                          <p:val>
                                            <p:strVal val="1+#ppt_h/2"/>
                                          </p:val>
                                        </p:tav>
                                        <p:tav tm="100000">
                                          <p:val>
                                            <p:strVal val="#ppt_y"/>
                                          </p:val>
                                        </p:tav>
                                      </p:tavLst>
                                    </p:anim>
                                  </p:childTnLst>
                                </p:cTn>
                              </p:par>
                              <p:par>
                                <p:cTn id="26" presetID="10" presetClass="entr" presetSubtype="0" fill="hold" grpId="0" nodeType="withEffect">
                                  <p:stCondLst>
                                    <p:cond delay="750"/>
                                  </p:stCondLst>
                                  <p:childTnLst>
                                    <p:set>
                                      <p:cBhvr>
                                        <p:cTn id="27" dur="1" fill="hold">
                                          <p:stCondLst>
                                            <p:cond delay="0"/>
                                          </p:stCondLst>
                                        </p:cTn>
                                        <p:tgtEl>
                                          <p:spTgt spid="66"/>
                                        </p:tgtEl>
                                        <p:attrNameLst>
                                          <p:attrName>style.visibility</p:attrName>
                                        </p:attrNameLst>
                                      </p:cBhvr>
                                      <p:to>
                                        <p:strVal val="visible"/>
                                      </p:to>
                                    </p:set>
                                    <p:animEffect transition="in" filter="fade">
                                      <p:cBhvr>
                                        <p:cTn id="28" dur="2000"/>
                                        <p:tgtEl>
                                          <p:spTgt spid="66"/>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0"/>
                                        </p:tgtEl>
                                        <p:attrNameLst>
                                          <p:attrName>style.visibility</p:attrName>
                                        </p:attrNameLst>
                                      </p:cBhvr>
                                      <p:to>
                                        <p:strVal val="visible"/>
                                      </p:to>
                                    </p:set>
                                    <p:anim calcmode="lin" valueType="num">
                                      <p:cBhvr additive="base">
                                        <p:cTn id="33" dur="1000" fill="hold"/>
                                        <p:tgtEl>
                                          <p:spTgt spid="20"/>
                                        </p:tgtEl>
                                        <p:attrNameLst>
                                          <p:attrName>ppt_x</p:attrName>
                                        </p:attrNameLst>
                                      </p:cBhvr>
                                      <p:tavLst>
                                        <p:tav tm="0">
                                          <p:val>
                                            <p:strVal val="#ppt_x"/>
                                          </p:val>
                                        </p:tav>
                                        <p:tav tm="100000">
                                          <p:val>
                                            <p:strVal val="#ppt_x"/>
                                          </p:val>
                                        </p:tav>
                                      </p:tavLst>
                                    </p:anim>
                                    <p:anim calcmode="lin" valueType="num">
                                      <p:cBhvr additive="base">
                                        <p:cTn id="34" dur="1000" fill="hold"/>
                                        <p:tgtEl>
                                          <p:spTgt spid="20"/>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76"/>
                                        </p:tgtEl>
                                        <p:attrNameLst>
                                          <p:attrName>style.visibility</p:attrName>
                                        </p:attrNameLst>
                                      </p:cBhvr>
                                      <p:to>
                                        <p:strVal val="visible"/>
                                      </p:to>
                                    </p:set>
                                    <p:anim calcmode="lin" valueType="num">
                                      <p:cBhvr additive="base">
                                        <p:cTn id="37" dur="750" fill="hold"/>
                                        <p:tgtEl>
                                          <p:spTgt spid="76"/>
                                        </p:tgtEl>
                                        <p:attrNameLst>
                                          <p:attrName>ppt_x</p:attrName>
                                        </p:attrNameLst>
                                      </p:cBhvr>
                                      <p:tavLst>
                                        <p:tav tm="0">
                                          <p:val>
                                            <p:strVal val="#ppt_x"/>
                                          </p:val>
                                        </p:tav>
                                        <p:tav tm="100000">
                                          <p:val>
                                            <p:strVal val="#ppt_x"/>
                                          </p:val>
                                        </p:tav>
                                      </p:tavLst>
                                    </p:anim>
                                    <p:anim calcmode="lin" valueType="num">
                                      <p:cBhvr additive="base">
                                        <p:cTn id="38" dur="750" fill="hold"/>
                                        <p:tgtEl>
                                          <p:spTgt spid="76"/>
                                        </p:tgtEl>
                                        <p:attrNameLst>
                                          <p:attrName>ppt_y</p:attrName>
                                        </p:attrNameLst>
                                      </p:cBhvr>
                                      <p:tavLst>
                                        <p:tav tm="0">
                                          <p:val>
                                            <p:strVal val="1+#ppt_h/2"/>
                                          </p:val>
                                        </p:tav>
                                        <p:tav tm="100000">
                                          <p:val>
                                            <p:strVal val="#ppt_y"/>
                                          </p:val>
                                        </p:tav>
                                      </p:tavLst>
                                    </p:anim>
                                  </p:childTnLst>
                                </p:cTn>
                              </p:par>
                              <p:par>
                                <p:cTn id="39" presetID="10" presetClass="entr" presetSubtype="0" fill="hold" grpId="0" nodeType="withEffect">
                                  <p:stCondLst>
                                    <p:cond delay="1250"/>
                                  </p:stCondLst>
                                  <p:childTnLst>
                                    <p:set>
                                      <p:cBhvr>
                                        <p:cTn id="40" dur="1" fill="hold">
                                          <p:stCondLst>
                                            <p:cond delay="0"/>
                                          </p:stCondLst>
                                        </p:cTn>
                                        <p:tgtEl>
                                          <p:spTgt spid="75"/>
                                        </p:tgtEl>
                                        <p:attrNameLst>
                                          <p:attrName>style.visibility</p:attrName>
                                        </p:attrNameLst>
                                      </p:cBhvr>
                                      <p:to>
                                        <p:strVal val="visible"/>
                                      </p:to>
                                    </p:set>
                                    <p:animEffect transition="in" filter="fade">
                                      <p:cBhvr>
                                        <p:cTn id="41" dur="2000"/>
                                        <p:tgtEl>
                                          <p:spTgt spid="75"/>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33"/>
                                        </p:tgtEl>
                                        <p:attrNameLst>
                                          <p:attrName>style.visibility</p:attrName>
                                        </p:attrNameLst>
                                      </p:cBhvr>
                                      <p:to>
                                        <p:strVal val="visible"/>
                                      </p:to>
                                    </p:set>
                                    <p:anim calcmode="lin" valueType="num">
                                      <p:cBhvr additive="base">
                                        <p:cTn id="46" dur="1000" fill="hold"/>
                                        <p:tgtEl>
                                          <p:spTgt spid="33"/>
                                        </p:tgtEl>
                                        <p:attrNameLst>
                                          <p:attrName>ppt_x</p:attrName>
                                        </p:attrNameLst>
                                      </p:cBhvr>
                                      <p:tavLst>
                                        <p:tav tm="0">
                                          <p:val>
                                            <p:strVal val="#ppt_x"/>
                                          </p:val>
                                        </p:tav>
                                        <p:tav tm="100000">
                                          <p:val>
                                            <p:strVal val="#ppt_x"/>
                                          </p:val>
                                        </p:tav>
                                      </p:tavLst>
                                    </p:anim>
                                    <p:anim calcmode="lin" valueType="num">
                                      <p:cBhvr additive="base">
                                        <p:cTn id="47" dur="1000" fill="hold"/>
                                        <p:tgtEl>
                                          <p:spTgt spid="33"/>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70"/>
                                        </p:tgtEl>
                                        <p:attrNameLst>
                                          <p:attrName>style.visibility</p:attrName>
                                        </p:attrNameLst>
                                      </p:cBhvr>
                                      <p:to>
                                        <p:strVal val="visible"/>
                                      </p:to>
                                    </p:set>
                                    <p:anim calcmode="lin" valueType="num">
                                      <p:cBhvr additive="base">
                                        <p:cTn id="50" dur="750" fill="hold"/>
                                        <p:tgtEl>
                                          <p:spTgt spid="70"/>
                                        </p:tgtEl>
                                        <p:attrNameLst>
                                          <p:attrName>ppt_x</p:attrName>
                                        </p:attrNameLst>
                                      </p:cBhvr>
                                      <p:tavLst>
                                        <p:tav tm="0">
                                          <p:val>
                                            <p:strVal val="#ppt_x"/>
                                          </p:val>
                                        </p:tav>
                                        <p:tav tm="100000">
                                          <p:val>
                                            <p:strVal val="#ppt_x"/>
                                          </p:val>
                                        </p:tav>
                                      </p:tavLst>
                                    </p:anim>
                                    <p:anim calcmode="lin" valueType="num">
                                      <p:cBhvr additive="base">
                                        <p:cTn id="51" dur="750" fill="hold"/>
                                        <p:tgtEl>
                                          <p:spTgt spid="70"/>
                                        </p:tgtEl>
                                        <p:attrNameLst>
                                          <p:attrName>ppt_y</p:attrName>
                                        </p:attrNameLst>
                                      </p:cBhvr>
                                      <p:tavLst>
                                        <p:tav tm="0">
                                          <p:val>
                                            <p:strVal val="1+#ppt_h/2"/>
                                          </p:val>
                                        </p:tav>
                                        <p:tav tm="100000">
                                          <p:val>
                                            <p:strVal val="#ppt_y"/>
                                          </p:val>
                                        </p:tav>
                                      </p:tavLst>
                                    </p:anim>
                                  </p:childTnLst>
                                </p:cTn>
                              </p:par>
                              <p:par>
                                <p:cTn id="52" presetID="10" presetClass="entr" presetSubtype="0" fill="hold" grpId="0" nodeType="withEffect">
                                  <p:stCondLst>
                                    <p:cond delay="1250"/>
                                  </p:stCondLst>
                                  <p:childTnLst>
                                    <p:set>
                                      <p:cBhvr>
                                        <p:cTn id="53" dur="1" fill="hold">
                                          <p:stCondLst>
                                            <p:cond delay="0"/>
                                          </p:stCondLst>
                                        </p:cTn>
                                        <p:tgtEl>
                                          <p:spTgt spid="69"/>
                                        </p:tgtEl>
                                        <p:attrNameLst>
                                          <p:attrName>style.visibility</p:attrName>
                                        </p:attrNameLst>
                                      </p:cBhvr>
                                      <p:to>
                                        <p:strVal val="visible"/>
                                      </p:to>
                                    </p:set>
                                    <p:animEffect transition="in" filter="fade">
                                      <p:cBhvr>
                                        <p:cTn id="54" dur="20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animBg="1"/>
      <p:bldP spid="69" grpId="0"/>
      <p:bldP spid="70" grpId="0" animBg="1"/>
      <p:bldP spid="72" grpId="0"/>
      <p:bldP spid="73" grpId="0" animBg="1"/>
      <p:bldP spid="75" grpId="0"/>
      <p:bldP spid="7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E5A86-80EE-70C2-4137-290A3490D597}"/>
              </a:ext>
            </a:extLst>
          </p:cNvPr>
          <p:cNvSpPr>
            <a:spLocks noGrp="1"/>
          </p:cNvSpPr>
          <p:nvPr>
            <p:ph type="title"/>
          </p:nvPr>
        </p:nvSpPr>
        <p:spPr/>
        <p:txBody>
          <a:bodyPr/>
          <a:lstStyle/>
          <a:p>
            <a:r>
              <a:rPr lang="en-US" dirty="0"/>
              <a:t>Related System Analysis</a:t>
            </a:r>
          </a:p>
        </p:txBody>
      </p:sp>
      <p:graphicFrame>
        <p:nvGraphicFramePr>
          <p:cNvPr id="4" name="Table 3">
            <a:extLst>
              <a:ext uri="{FF2B5EF4-FFF2-40B4-BE49-F238E27FC236}">
                <a16:creationId xmlns:a16="http://schemas.microsoft.com/office/drawing/2014/main" id="{FED51356-7730-7762-79D7-2893955B1AA0}"/>
              </a:ext>
            </a:extLst>
          </p:cNvPr>
          <p:cNvGraphicFramePr>
            <a:graphicFrameLocks noGrp="1"/>
          </p:cNvGraphicFramePr>
          <p:nvPr>
            <p:extLst>
              <p:ext uri="{D42A27DB-BD31-4B8C-83A1-F6EECF244321}">
                <p14:modId xmlns:p14="http://schemas.microsoft.com/office/powerpoint/2010/main" val="247321006"/>
              </p:ext>
            </p:extLst>
          </p:nvPr>
        </p:nvGraphicFramePr>
        <p:xfrm>
          <a:off x="777923" y="1988907"/>
          <a:ext cx="10601278" cy="3947437"/>
        </p:xfrm>
        <a:graphic>
          <a:graphicData uri="http://schemas.openxmlformats.org/drawingml/2006/table">
            <a:tbl>
              <a:tblPr firstRow="1" bandRow="1">
                <a:tableStyleId>{22838BEF-8BB2-4498-84A7-C5851F593DF1}</a:tableStyleId>
              </a:tblPr>
              <a:tblGrid>
                <a:gridCol w="1596331">
                  <a:extLst>
                    <a:ext uri="{9D8B030D-6E8A-4147-A177-3AD203B41FA5}">
                      <a16:colId xmlns:a16="http://schemas.microsoft.com/office/drawing/2014/main" val="695141152"/>
                    </a:ext>
                  </a:extLst>
                </a:gridCol>
                <a:gridCol w="4666200">
                  <a:extLst>
                    <a:ext uri="{9D8B030D-6E8A-4147-A177-3AD203B41FA5}">
                      <a16:colId xmlns:a16="http://schemas.microsoft.com/office/drawing/2014/main" val="2940114414"/>
                    </a:ext>
                  </a:extLst>
                </a:gridCol>
                <a:gridCol w="4338747">
                  <a:extLst>
                    <a:ext uri="{9D8B030D-6E8A-4147-A177-3AD203B41FA5}">
                      <a16:colId xmlns:a16="http://schemas.microsoft.com/office/drawing/2014/main" val="716371681"/>
                    </a:ext>
                  </a:extLst>
                </a:gridCol>
              </a:tblGrid>
              <a:tr h="420676">
                <a:tc>
                  <a:txBody>
                    <a:bodyPr/>
                    <a:lstStyle/>
                    <a:p>
                      <a:r>
                        <a:rPr lang="en-US" dirty="0">
                          <a:latin typeface="Times New Roman" panose="02020603050405020304" pitchFamily="18" charset="0"/>
                          <a:cs typeface="Times New Roman" panose="02020603050405020304" pitchFamily="18" charset="0"/>
                        </a:rPr>
                        <a:t>Application</a:t>
                      </a:r>
                    </a:p>
                  </a:txBody>
                  <a:tcPr anchor="ctr">
                    <a:solidFill>
                      <a:schemeClr val="accent2">
                        <a:lumMod val="40000"/>
                        <a:lumOff val="60000"/>
                      </a:schemeClr>
                    </a:solidFill>
                  </a:tcPr>
                </a:tc>
                <a:tc>
                  <a:txBody>
                    <a:bodyPr/>
                    <a:lstStyle/>
                    <a:p>
                      <a:r>
                        <a:rPr lang="en-US" dirty="0">
                          <a:latin typeface="Times New Roman" panose="02020603050405020304" pitchFamily="18" charset="0"/>
                          <a:cs typeface="Times New Roman" panose="02020603050405020304" pitchFamily="18" charset="0"/>
                        </a:rPr>
                        <a:t>Weakness</a:t>
                      </a:r>
                    </a:p>
                  </a:txBody>
                  <a:tcPr anchor="ctr">
                    <a:solidFill>
                      <a:schemeClr val="accent2">
                        <a:lumMod val="40000"/>
                        <a:lumOff val="60000"/>
                      </a:schemeClr>
                    </a:solidFill>
                  </a:tcPr>
                </a:tc>
                <a:tc>
                  <a:txBody>
                    <a:bodyPr/>
                    <a:lstStyle/>
                    <a:p>
                      <a:r>
                        <a:rPr lang="en-US" dirty="0">
                          <a:latin typeface="Times New Roman" panose="02020603050405020304" pitchFamily="18" charset="0"/>
                          <a:cs typeface="Times New Roman" panose="02020603050405020304" pitchFamily="18" charset="0"/>
                        </a:rPr>
                        <a:t>Proposed Project Solution</a:t>
                      </a:r>
                    </a:p>
                  </a:txBody>
                  <a:tcPr anchor="ctr">
                    <a:solidFill>
                      <a:schemeClr val="accent2">
                        <a:lumMod val="40000"/>
                        <a:lumOff val="60000"/>
                      </a:schemeClr>
                    </a:solidFill>
                  </a:tcPr>
                </a:tc>
                <a:extLst>
                  <a:ext uri="{0D108BD9-81ED-4DB2-BD59-A6C34878D82A}">
                    <a16:rowId xmlns:a16="http://schemas.microsoft.com/office/drawing/2014/main" val="2538602892"/>
                  </a:ext>
                </a:extLst>
              </a:tr>
              <a:tr h="420676">
                <a:tc rowSpan="2">
                  <a:txBody>
                    <a:bodyPr/>
                    <a:lstStyle/>
                    <a:p>
                      <a:r>
                        <a:rPr lang="en-US" dirty="0">
                          <a:latin typeface="Times New Roman" panose="02020603050405020304" pitchFamily="18" charset="0"/>
                          <a:cs typeface="Times New Roman" panose="02020603050405020304" pitchFamily="18" charset="0"/>
                        </a:rPr>
                        <a:t>MS Teams</a:t>
                      </a:r>
                    </a:p>
                  </a:txBody>
                  <a:tcPr anchor="ctr">
                    <a:solidFill>
                      <a:schemeClr val="accent1">
                        <a:lumMod val="20000"/>
                        <a:lumOff val="80000"/>
                      </a:schemeClr>
                    </a:solidFill>
                  </a:tcPr>
                </a:tc>
                <a:tc>
                  <a:txBody>
                    <a:bodyPr/>
                    <a:lstStyle/>
                    <a:p>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Only tracks attendance for online classes.</a:t>
                      </a:r>
                      <a:endParaRPr lang="en-US" dirty="0">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rowSpan="5">
                  <a:txBody>
                    <a:bodyPr/>
                    <a:lstStyle/>
                    <a:p>
                      <a:pPr marL="285750" indent="-285750" algn="just">
                        <a:buFont typeface="Arial" panose="020B0604020202020204" pitchFamily="34" charset="0"/>
                        <a:buChar char="•"/>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The ITC system will provide a comprehensive attendance tracking feature that integrates with course management.</a:t>
                      </a:r>
                    </a:p>
                    <a:p>
                      <a:pPr marL="285750" indent="-285750" algn="just">
                        <a:buFont typeface="Arial" panose="020B0604020202020204" pitchFamily="34" charset="0"/>
                        <a:buChar char="•"/>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The ITC will offer a built-in question paper generator that allows teachers to create papers based on uploaded resources.</a:t>
                      </a:r>
                    </a:p>
                    <a:p>
                      <a:pPr marL="285750" indent="-285750" algn="just">
                        <a:buFont typeface="Arial" panose="020B0604020202020204" pitchFamily="34" charset="0"/>
                        <a:buChar char="•"/>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The ITC will use academic IDs for student identification, ensuring easy recognition and management by teachers.</a:t>
                      </a:r>
                      <a:endParaRPr lang="en-US" dirty="0">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extLst>
                  <a:ext uri="{0D108BD9-81ED-4DB2-BD59-A6C34878D82A}">
                    <a16:rowId xmlns:a16="http://schemas.microsoft.com/office/drawing/2014/main" val="1996794314"/>
                  </a:ext>
                </a:extLst>
              </a:tr>
              <a:tr h="420676">
                <a:tc vMerge="1">
                  <a:txBody>
                    <a:bodyPr/>
                    <a:lstStyle/>
                    <a:p>
                      <a:endParaRPr lang="en-US" dirty="0"/>
                    </a:p>
                  </a:txBody>
                  <a:tcPr/>
                </a:tc>
                <a:tc>
                  <a:txBody>
                    <a:bodyPr/>
                    <a:lstStyle/>
                    <a:p>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No feature for generating question papers.</a:t>
                      </a:r>
                      <a:endParaRPr lang="en-US" dirty="0">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vMerge="1">
                  <a:txBody>
                    <a:bodyPr/>
                    <a:lstStyle/>
                    <a:p>
                      <a:endParaRPr lang="en-US" dirty="0"/>
                    </a:p>
                  </a:txBody>
                  <a:tcPr/>
                </a:tc>
                <a:extLst>
                  <a:ext uri="{0D108BD9-81ED-4DB2-BD59-A6C34878D82A}">
                    <a16:rowId xmlns:a16="http://schemas.microsoft.com/office/drawing/2014/main" val="826276549"/>
                  </a:ext>
                </a:extLst>
              </a:tr>
              <a:tr h="420676">
                <a:tc rowSpan="3">
                  <a:txBody>
                    <a:bodyPr/>
                    <a:lstStyle/>
                    <a:p>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Google Classroom</a:t>
                      </a:r>
                      <a:endParaRPr lang="en-US" dirty="0">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Lacks a question paper generation feature.</a:t>
                      </a:r>
                      <a:endParaRPr lang="en-US" dirty="0">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vMerge="1">
                  <a:txBody>
                    <a:bodyPr/>
                    <a:lstStyle/>
                    <a:p>
                      <a:endParaRPr/>
                    </a:p>
                  </a:txBody>
                  <a:tcPr/>
                </a:tc>
                <a:extLst>
                  <a:ext uri="{0D108BD9-81ED-4DB2-BD59-A6C34878D82A}">
                    <a16:rowId xmlns:a16="http://schemas.microsoft.com/office/drawing/2014/main" val="395704362"/>
                  </a:ext>
                </a:extLst>
              </a:tr>
              <a:tr h="420676">
                <a:tc vMerge="1">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No feature for tracking attendance.</a:t>
                      </a:r>
                      <a:endParaRPr lang="en-US" dirty="0">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vMerge="1">
                  <a:txBody>
                    <a:bodyPr/>
                    <a:lstStyle/>
                    <a:p>
                      <a:endParaRPr/>
                    </a:p>
                  </a:txBody>
                  <a:tcPr/>
                </a:tc>
                <a:extLst>
                  <a:ext uri="{0D108BD9-81ED-4DB2-BD59-A6C34878D82A}">
                    <a16:rowId xmlns:a16="http://schemas.microsoft.com/office/drawing/2014/main" val="728257855"/>
                  </a:ext>
                </a:extLst>
              </a:tr>
              <a:tr h="1844057">
                <a:tc vMerge="1">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Student IDs are not aligned with their academic IDs, making it difficult for teachers to recognize students.</a:t>
                      </a:r>
                    </a:p>
                  </a:txBody>
                  <a:tcPr anchor="ctr">
                    <a:solidFill>
                      <a:schemeClr val="accent1">
                        <a:lumMod val="20000"/>
                        <a:lumOff val="80000"/>
                      </a:schemeClr>
                    </a:solidFill>
                  </a:tcPr>
                </a:tc>
                <a:tc vMerge="1">
                  <a:txBody>
                    <a:bodyPr/>
                    <a:lstStyle/>
                    <a:p>
                      <a:endParaRPr lang="en-US" dirty="0"/>
                    </a:p>
                  </a:txBody>
                  <a:tcPr/>
                </a:tc>
                <a:extLst>
                  <a:ext uri="{0D108BD9-81ED-4DB2-BD59-A6C34878D82A}">
                    <a16:rowId xmlns:a16="http://schemas.microsoft.com/office/drawing/2014/main" val="3018472005"/>
                  </a:ext>
                </a:extLst>
              </a:tr>
            </a:tbl>
          </a:graphicData>
        </a:graphic>
      </p:graphicFrame>
    </p:spTree>
    <p:extLst>
      <p:ext uri="{BB962C8B-B14F-4D97-AF65-F5344CB8AC3E}">
        <p14:creationId xmlns:p14="http://schemas.microsoft.com/office/powerpoint/2010/main" val="895981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E5A86-80EE-70C2-4137-290A3490D597}"/>
              </a:ext>
            </a:extLst>
          </p:cNvPr>
          <p:cNvSpPr>
            <a:spLocks noGrp="1"/>
          </p:cNvSpPr>
          <p:nvPr>
            <p:ph type="title"/>
          </p:nvPr>
        </p:nvSpPr>
        <p:spPr/>
        <p:txBody>
          <a:bodyPr/>
          <a:lstStyle/>
          <a:p>
            <a:r>
              <a:rPr lang="en-US" dirty="0"/>
              <a:t>Project Scope</a:t>
            </a:r>
          </a:p>
        </p:txBody>
      </p:sp>
      <p:sp>
        <p:nvSpPr>
          <p:cNvPr id="3" name="Content Placeholder 2">
            <a:extLst>
              <a:ext uri="{FF2B5EF4-FFF2-40B4-BE49-F238E27FC236}">
                <a16:creationId xmlns:a16="http://schemas.microsoft.com/office/drawing/2014/main" id="{38546FAA-9B53-B89E-FEE5-836C354D95B0}"/>
              </a:ext>
            </a:extLst>
          </p:cNvPr>
          <p:cNvSpPr>
            <a:spLocks noGrp="1"/>
          </p:cNvSpPr>
          <p:nvPr>
            <p:ph idx="1"/>
          </p:nvPr>
        </p:nvSpPr>
        <p:spPr>
          <a:xfrm>
            <a:off x="1069848" y="2121408"/>
            <a:ext cx="10058400" cy="3815368"/>
          </a:xfrm>
        </p:spPr>
        <p:txBody>
          <a:bodyPr>
            <a:norm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The scope of the proposed project, Info Tech Classroom (ITC), is to create an integrated online learning platform with the following features:</a:t>
            </a:r>
          </a:p>
          <a:p>
            <a:pPr algn="just">
              <a:lnSpc>
                <a:spcPct val="100000"/>
              </a:lnSpc>
            </a:pPr>
            <a:r>
              <a:rPr lang="en-US" dirty="0">
                <a:latin typeface="Times New Roman" panose="02020603050405020304" pitchFamily="18" charset="0"/>
                <a:cs typeface="Times New Roman" panose="02020603050405020304" pitchFamily="18" charset="0"/>
              </a:rPr>
              <a:t>Course Management:</a:t>
            </a:r>
          </a:p>
          <a:p>
            <a:pPr algn="just">
              <a:lnSpc>
                <a:spcPct val="100000"/>
              </a:lnSpc>
            </a:pPr>
            <a:r>
              <a:rPr lang="en-US" dirty="0">
                <a:latin typeface="Times New Roman" panose="02020603050405020304" pitchFamily="18" charset="0"/>
                <a:cs typeface="Times New Roman" panose="02020603050405020304" pitchFamily="18" charset="0"/>
              </a:rPr>
              <a:t>Attendance Tracking:</a:t>
            </a:r>
          </a:p>
          <a:p>
            <a:pPr algn="just">
              <a:lnSpc>
                <a:spcPct val="100000"/>
              </a:lnSpc>
            </a:pPr>
            <a:r>
              <a:rPr lang="en-US" dirty="0">
                <a:latin typeface="Times New Roman" panose="02020603050405020304" pitchFamily="18" charset="0"/>
                <a:cs typeface="Times New Roman" panose="02020603050405020304" pitchFamily="18" charset="0"/>
              </a:rPr>
              <a:t>Question Paper Generation: </a:t>
            </a:r>
          </a:p>
          <a:p>
            <a:pPr algn="just">
              <a:lnSpc>
                <a:spcPct val="100000"/>
              </a:lnSpc>
            </a:pPr>
            <a:r>
              <a:rPr lang="en-US" dirty="0">
                <a:latin typeface="Times New Roman" panose="02020603050405020304" pitchFamily="18" charset="0"/>
                <a:cs typeface="Times New Roman" panose="02020603050405020304" pitchFamily="18" charset="0"/>
              </a:rPr>
              <a:t>Resource Sharing: </a:t>
            </a:r>
          </a:p>
          <a:p>
            <a:pPr algn="just">
              <a:lnSpc>
                <a:spcPct val="100000"/>
              </a:lnSpc>
            </a:pPr>
            <a:r>
              <a:rPr lang="en-US" dirty="0">
                <a:latin typeface="Times New Roman" panose="02020603050405020304" pitchFamily="18" charset="0"/>
                <a:cs typeface="Times New Roman" panose="02020603050405020304" pitchFamily="18" charset="0"/>
              </a:rPr>
              <a:t>User Authentication:</a:t>
            </a:r>
          </a:p>
          <a:p>
            <a:pPr algn="just">
              <a:lnSpc>
                <a:spcPct val="100000"/>
              </a:lnSpc>
            </a:pPr>
            <a:r>
              <a:rPr lang="en-US" dirty="0">
                <a:latin typeface="Times New Roman" panose="02020603050405020304" pitchFamily="18" charset="0"/>
                <a:cs typeface="Times New Roman" panose="02020603050405020304" pitchFamily="18" charset="0"/>
              </a:rPr>
              <a:t>Mobile Accessibility:</a:t>
            </a:r>
          </a:p>
        </p:txBody>
      </p:sp>
    </p:spTree>
    <p:extLst>
      <p:ext uri="{BB962C8B-B14F-4D97-AF65-F5344CB8AC3E}">
        <p14:creationId xmlns:p14="http://schemas.microsoft.com/office/powerpoint/2010/main" val="2635244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E5A86-80EE-70C2-4137-290A3490D597}"/>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38546FAA-9B53-B89E-FEE5-836C354D95B0}"/>
              </a:ext>
            </a:extLst>
          </p:cNvPr>
          <p:cNvSpPr>
            <a:spLocks noGrp="1"/>
          </p:cNvSpPr>
          <p:nvPr>
            <p:ph idx="1"/>
          </p:nvPr>
        </p:nvSpPr>
        <p:spPr>
          <a:xfrm>
            <a:off x="1069848" y="2121408"/>
            <a:ext cx="10058400" cy="2798935"/>
          </a:xfrm>
        </p:spPr>
        <p:txBody>
          <a:bodyPr>
            <a:normAutofit/>
          </a:bodyPr>
          <a:lstStyle/>
          <a:p>
            <a:pPr marL="0" indent="0" algn="l">
              <a:lnSpc>
                <a:spcPct val="150000"/>
              </a:lnSpc>
              <a:buNone/>
            </a:pPr>
            <a:r>
              <a:rPr lang="en-US" sz="2400" b="1" i="0" dirty="0">
                <a:effectLst/>
                <a:latin typeface="var(--font-fk-grotesk)"/>
              </a:rPr>
              <a:t>USER MANAGEMENT:</a:t>
            </a:r>
          </a:p>
          <a:p>
            <a:pPr marL="290513" indent="0" algn="just">
              <a:lnSpc>
                <a:spcPct val="150000"/>
              </a:lnSpc>
              <a:buNone/>
            </a:pPr>
            <a:r>
              <a:rPr lang="en-US" b="1" i="0" dirty="0">
                <a:effectLst/>
                <a:latin typeface="var(--font-fk-grotesk)"/>
              </a:rPr>
              <a:t>User Registration: </a:t>
            </a:r>
            <a:r>
              <a:rPr lang="en-US" b="0" i="0" dirty="0">
                <a:effectLst/>
                <a:latin typeface="__fkGroteskNeue_598ab8"/>
              </a:rPr>
              <a:t>Allows users (teachers, and administrators) to create accounts by providing necessary details such as name, email, academic ID, and password.</a:t>
            </a:r>
            <a:br>
              <a:rPr lang="en-US" b="0" i="0" dirty="0">
                <a:effectLst/>
                <a:latin typeface="__fkGroteskNeue_598ab8"/>
              </a:rPr>
            </a:br>
            <a:r>
              <a:rPr lang="en-US" b="1" dirty="0">
                <a:latin typeface="var(--font-fk-grotesk)"/>
              </a:rPr>
              <a:t>User Authentication:</a:t>
            </a:r>
            <a:r>
              <a:rPr lang="en-US" b="0" i="0" dirty="0">
                <a:effectLst/>
                <a:latin typeface="__fkGroteskNeue_598ab8"/>
              </a:rPr>
              <a:t> Includes secure login functionality for users to access their accounts using their academic IDs and passwords.</a:t>
            </a:r>
          </a:p>
          <a:p>
            <a:pPr marL="290513" indent="0" algn="l">
              <a:lnSpc>
                <a:spcPct val="150000"/>
              </a:lnSpc>
              <a:buNone/>
            </a:pPr>
            <a:endParaRPr lang="en-US" b="1" i="0" dirty="0">
              <a:effectLst/>
              <a:latin typeface="var(--font-fk-grotesk)"/>
            </a:endParaRPr>
          </a:p>
        </p:txBody>
      </p:sp>
    </p:spTree>
    <p:extLst>
      <p:ext uri="{BB962C8B-B14F-4D97-AF65-F5344CB8AC3E}">
        <p14:creationId xmlns:p14="http://schemas.microsoft.com/office/powerpoint/2010/main" val="3410578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E5A86-80EE-70C2-4137-290A3490D597}"/>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38546FAA-9B53-B89E-FEE5-836C354D95B0}"/>
              </a:ext>
            </a:extLst>
          </p:cNvPr>
          <p:cNvSpPr>
            <a:spLocks noGrp="1"/>
          </p:cNvSpPr>
          <p:nvPr>
            <p:ph idx="1"/>
          </p:nvPr>
        </p:nvSpPr>
        <p:spPr>
          <a:xfrm>
            <a:off x="1069848" y="2121408"/>
            <a:ext cx="10058400" cy="3829449"/>
          </a:xfrm>
        </p:spPr>
        <p:txBody>
          <a:bodyPr>
            <a:normAutofit/>
          </a:bodyPr>
          <a:lstStyle/>
          <a:p>
            <a:pPr marL="0" indent="0" algn="just">
              <a:lnSpc>
                <a:spcPct val="150000"/>
              </a:lnSpc>
              <a:buNone/>
            </a:pPr>
            <a:r>
              <a:rPr lang="en-US" sz="2400" b="1" i="0" dirty="0">
                <a:effectLst/>
                <a:latin typeface="var(--font-fk-grotesk)"/>
              </a:rPr>
              <a:t>COURSE MANAGEMENT:</a:t>
            </a:r>
          </a:p>
          <a:p>
            <a:pPr marL="290513" indent="0">
              <a:lnSpc>
                <a:spcPct val="150000"/>
              </a:lnSpc>
              <a:buNone/>
            </a:pPr>
            <a:r>
              <a:rPr lang="en-US" b="1" i="0" dirty="0">
                <a:effectLst/>
                <a:latin typeface="var(--font-fk-grotesk)"/>
              </a:rPr>
              <a:t>Course Creation: </a:t>
            </a:r>
            <a:r>
              <a:rPr lang="en-US" b="0" i="0" dirty="0">
                <a:effectLst/>
                <a:latin typeface="__fkGroteskNeue_598ab8"/>
              </a:rPr>
              <a:t>Enables teachers and administrators to create new courses, specifying details like course name with the shift name, description.   </a:t>
            </a:r>
            <a:br>
              <a:rPr lang="en-US" b="0" i="0" dirty="0">
                <a:effectLst/>
                <a:latin typeface="__fkGroteskNeue_598ab8"/>
              </a:rPr>
            </a:br>
            <a:r>
              <a:rPr lang="en-US" b="1" dirty="0">
                <a:latin typeface="var(--font-fk-grotesk)"/>
              </a:rPr>
              <a:t>Course Enrollment:</a:t>
            </a:r>
            <a:r>
              <a:rPr lang="en-US" b="0" i="0" dirty="0">
                <a:effectLst/>
                <a:latin typeface="__fkGroteskNeue_598ab8"/>
              </a:rPr>
              <a:t> Allows students to enroll in courses using a unique class code provided by the teacher.</a:t>
            </a:r>
          </a:p>
          <a:p>
            <a:pPr marL="290513" indent="0" algn="just">
              <a:lnSpc>
                <a:spcPct val="150000"/>
              </a:lnSpc>
              <a:buNone/>
            </a:pPr>
            <a:r>
              <a:rPr lang="en-US" b="1" dirty="0">
                <a:latin typeface="var(--font-fk-grotesk)"/>
              </a:rPr>
              <a:t>Course Materials:</a:t>
            </a:r>
            <a:r>
              <a:rPr lang="en-US" b="0" i="0" dirty="0">
                <a:effectLst/>
                <a:latin typeface="__fkGroteskNeue_598ab8"/>
              </a:rPr>
              <a:t> Provides a module for teachers to upload and share course materials like PDFs, PPTs, and videos with enrolled students.</a:t>
            </a:r>
          </a:p>
          <a:p>
            <a:pPr marL="290513" indent="0">
              <a:lnSpc>
                <a:spcPct val="150000"/>
              </a:lnSpc>
              <a:buNone/>
            </a:pPr>
            <a:endParaRPr lang="en-US" b="1" i="0" dirty="0">
              <a:effectLst/>
              <a:latin typeface="var(--font-fk-grotesk)"/>
            </a:endParaRPr>
          </a:p>
        </p:txBody>
      </p:sp>
    </p:spTree>
    <p:extLst>
      <p:ext uri="{BB962C8B-B14F-4D97-AF65-F5344CB8AC3E}">
        <p14:creationId xmlns:p14="http://schemas.microsoft.com/office/powerpoint/2010/main" val="410962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E5A86-80EE-70C2-4137-290A3490D597}"/>
              </a:ext>
            </a:extLst>
          </p:cNvPr>
          <p:cNvSpPr>
            <a:spLocks noGrp="1"/>
          </p:cNvSpPr>
          <p:nvPr>
            <p:ph type="title"/>
          </p:nvPr>
        </p:nvSpPr>
        <p:spPr>
          <a:xfrm>
            <a:off x="1069848" y="136289"/>
            <a:ext cx="10058400" cy="923254"/>
          </a:xfrm>
        </p:spPr>
        <p:txBody>
          <a:bodyPr/>
          <a:lstStyle/>
          <a:p>
            <a:r>
              <a:rPr lang="en-US" dirty="0"/>
              <a:t>Modules</a:t>
            </a:r>
          </a:p>
        </p:txBody>
      </p:sp>
      <p:sp>
        <p:nvSpPr>
          <p:cNvPr id="3" name="Content Placeholder 2">
            <a:extLst>
              <a:ext uri="{FF2B5EF4-FFF2-40B4-BE49-F238E27FC236}">
                <a16:creationId xmlns:a16="http://schemas.microsoft.com/office/drawing/2014/main" id="{38546FAA-9B53-B89E-FEE5-836C354D95B0}"/>
              </a:ext>
            </a:extLst>
          </p:cNvPr>
          <p:cNvSpPr>
            <a:spLocks noGrp="1"/>
          </p:cNvSpPr>
          <p:nvPr>
            <p:ph idx="1"/>
          </p:nvPr>
        </p:nvSpPr>
        <p:spPr>
          <a:xfrm>
            <a:off x="629267" y="1059543"/>
            <a:ext cx="10933466" cy="5486400"/>
          </a:xfrm>
        </p:spPr>
        <p:txBody>
          <a:bodyPr>
            <a:normAutofit fontScale="92500"/>
          </a:bodyPr>
          <a:lstStyle/>
          <a:p>
            <a:pPr marL="0" indent="0" algn="just">
              <a:lnSpc>
                <a:spcPct val="150000"/>
              </a:lnSpc>
              <a:buNone/>
            </a:pPr>
            <a:r>
              <a:rPr lang="en-US" sz="2400" b="1" i="0" dirty="0">
                <a:effectLst/>
                <a:latin typeface="var(--font-fk-grotesk)"/>
              </a:rPr>
              <a:t>ATTENDANCE TRACKING:</a:t>
            </a:r>
          </a:p>
          <a:p>
            <a:pPr marL="290513" indent="0" algn="just">
              <a:lnSpc>
                <a:spcPct val="160000"/>
              </a:lnSpc>
              <a:buNone/>
            </a:pPr>
            <a:r>
              <a:rPr lang="en-US" b="1" dirty="0">
                <a:latin typeface="var(--font-fk-grotesk)"/>
              </a:rPr>
              <a:t>Attendance Take</a:t>
            </a:r>
            <a:r>
              <a:rPr lang="en-US" dirty="0">
                <a:latin typeface="__fkGroteskNeue_598ab8"/>
              </a:rPr>
              <a:t>: Take attendance of students in their classes.</a:t>
            </a:r>
          </a:p>
          <a:p>
            <a:pPr marL="290513" indent="0" algn="just">
              <a:lnSpc>
                <a:spcPct val="160000"/>
              </a:lnSpc>
              <a:buNone/>
            </a:pPr>
            <a:r>
              <a:rPr lang="en-US" b="1" dirty="0">
                <a:latin typeface="var(--font-fk-grotesk)"/>
              </a:rPr>
              <a:t>Attendance Reports</a:t>
            </a:r>
            <a:r>
              <a:rPr lang="en-US" dirty="0">
                <a:latin typeface="__fkGroteskNeue_598ab8"/>
              </a:rPr>
              <a:t>: Generate reports showing attendance records for individual students or entire classes.</a:t>
            </a:r>
          </a:p>
          <a:p>
            <a:pPr marL="0" indent="0" algn="just">
              <a:lnSpc>
                <a:spcPct val="150000"/>
              </a:lnSpc>
              <a:buNone/>
            </a:pPr>
            <a:r>
              <a:rPr lang="en-US" sz="2400" b="1" dirty="0">
                <a:latin typeface="var(--font-fk-grotesk)"/>
              </a:rPr>
              <a:t>Question Paper Generation:</a:t>
            </a:r>
          </a:p>
          <a:p>
            <a:pPr marL="274320" lvl="1" indent="0" algn="just">
              <a:lnSpc>
                <a:spcPct val="150000"/>
              </a:lnSpc>
              <a:buNone/>
            </a:pPr>
            <a:r>
              <a:rPr lang="en-US" sz="2200" b="1" i="0" dirty="0">
                <a:effectLst/>
                <a:latin typeface="var(--font-fk-grotesk)"/>
              </a:rPr>
              <a:t>Material Selection: </a:t>
            </a:r>
            <a:r>
              <a:rPr lang="en-US" sz="2200" b="0" i="0" dirty="0">
                <a:effectLst/>
                <a:latin typeface="__fkGroteskNeue_598ab8"/>
              </a:rPr>
              <a:t>Choose relevant content from lecture notes, slides, or other uploaded materials. </a:t>
            </a:r>
          </a:p>
          <a:p>
            <a:pPr marL="274320" lvl="1" indent="0" algn="just">
              <a:lnSpc>
                <a:spcPct val="150000"/>
              </a:lnSpc>
              <a:buNone/>
            </a:pPr>
            <a:r>
              <a:rPr lang="en-US" sz="2200" b="1" dirty="0">
                <a:latin typeface="var(--font-fk-grotesk)"/>
              </a:rPr>
              <a:t>Question Formatting: </a:t>
            </a:r>
            <a:r>
              <a:rPr lang="en-US" sz="2200" dirty="0">
                <a:latin typeface="__fkGroteskNeue_598ab8"/>
              </a:rPr>
              <a:t>Create different types of questions (e.g., multiple choice, short answer) and format them accordingly.</a:t>
            </a:r>
          </a:p>
          <a:p>
            <a:pPr marL="274320" lvl="1" indent="0" algn="just">
              <a:lnSpc>
                <a:spcPct val="150000"/>
              </a:lnSpc>
              <a:buNone/>
            </a:pPr>
            <a:r>
              <a:rPr lang="en-US" sz="2200" b="1" dirty="0">
                <a:latin typeface="var(--font-fk-grotesk)"/>
              </a:rPr>
              <a:t>Export Options:</a:t>
            </a:r>
            <a:r>
              <a:rPr lang="en-US" sz="2200" dirty="0">
                <a:latin typeface="__fkGroteskNeue_598ab8"/>
              </a:rPr>
              <a:t> Export the question paper in various formats (e.g., PDF, Word) for distribution to students.</a:t>
            </a:r>
          </a:p>
        </p:txBody>
      </p:sp>
    </p:spTree>
    <p:extLst>
      <p:ext uri="{BB962C8B-B14F-4D97-AF65-F5344CB8AC3E}">
        <p14:creationId xmlns:p14="http://schemas.microsoft.com/office/powerpoint/2010/main" val="2687935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E5A86-80EE-70C2-4137-290A3490D597}"/>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38546FAA-9B53-B89E-FEE5-836C354D95B0}"/>
              </a:ext>
            </a:extLst>
          </p:cNvPr>
          <p:cNvSpPr>
            <a:spLocks noGrp="1"/>
          </p:cNvSpPr>
          <p:nvPr>
            <p:ph idx="1"/>
          </p:nvPr>
        </p:nvSpPr>
        <p:spPr>
          <a:xfrm>
            <a:off x="1069848" y="1932723"/>
            <a:ext cx="10058400" cy="3887506"/>
          </a:xfrm>
        </p:spPr>
        <p:txBody>
          <a:bodyPr>
            <a:normAutofit fontScale="92500" lnSpcReduction="10000"/>
          </a:bodyPr>
          <a:lstStyle/>
          <a:p>
            <a:pPr marL="0" indent="0">
              <a:lnSpc>
                <a:spcPct val="150000"/>
              </a:lnSpc>
              <a:buNone/>
            </a:pPr>
            <a:r>
              <a:rPr lang="en-US" sz="2400" b="1" dirty="0">
                <a:latin typeface="var(--font-fk-grotesk)"/>
              </a:rPr>
              <a:t>ANALYTICS AND REPORTING:</a:t>
            </a:r>
          </a:p>
          <a:p>
            <a:pPr marL="290513" indent="0" algn="just">
              <a:lnSpc>
                <a:spcPct val="150000"/>
              </a:lnSpc>
              <a:buNone/>
            </a:pPr>
            <a:r>
              <a:rPr lang="en-US" sz="2400" b="1" dirty="0">
                <a:latin typeface="var(--font-fk-grotesk)"/>
              </a:rPr>
              <a:t>Student Performance: </a:t>
            </a:r>
            <a:r>
              <a:rPr lang="en-US" sz="2400" dirty="0">
                <a:latin typeface="__fkGroteskNeue_598ab8"/>
              </a:rPr>
              <a:t>Generates reports on student attendance.</a:t>
            </a:r>
          </a:p>
          <a:p>
            <a:pPr marL="290513" indent="0" algn="just">
              <a:lnSpc>
                <a:spcPct val="150000"/>
              </a:lnSpc>
              <a:buNone/>
            </a:pPr>
            <a:r>
              <a:rPr lang="en-US" sz="2400" b="1" dirty="0">
                <a:latin typeface="var(--font-fk-grotesk)"/>
              </a:rPr>
              <a:t>Course Analytics: </a:t>
            </a:r>
            <a:r>
              <a:rPr lang="en-US" sz="2400" dirty="0">
                <a:latin typeface="__fkGroteskNeue_598ab8"/>
              </a:rPr>
              <a:t>Provides insights into course metrics like enrollment, student engagement.</a:t>
            </a:r>
            <a:endParaRPr lang="en-US" sz="2400" b="1" i="0" dirty="0">
              <a:effectLst/>
              <a:latin typeface="var(--font-fk-grotesk)"/>
            </a:endParaRPr>
          </a:p>
          <a:p>
            <a:pPr marL="0" indent="0" algn="l">
              <a:lnSpc>
                <a:spcPct val="150000"/>
              </a:lnSpc>
              <a:buNone/>
            </a:pPr>
            <a:r>
              <a:rPr lang="en-US" sz="2400" b="1" i="0" dirty="0">
                <a:effectLst/>
                <a:latin typeface="var(--font-fk-grotesk)"/>
              </a:rPr>
              <a:t>MOBILE ACCESSIBILITY:</a:t>
            </a:r>
          </a:p>
          <a:p>
            <a:pPr marL="290513" indent="0">
              <a:lnSpc>
                <a:spcPct val="150000"/>
              </a:lnSpc>
              <a:buNone/>
            </a:pPr>
            <a:r>
              <a:rPr lang="en-US" b="1" i="0" dirty="0">
                <a:effectLst/>
                <a:latin typeface="var(--font-fk-grotesk)"/>
              </a:rPr>
              <a:t>Responsive Design: </a:t>
            </a:r>
            <a:r>
              <a:rPr lang="en-US" b="0" i="0" dirty="0">
                <a:effectLst/>
                <a:latin typeface="__fkGroteskNeue_598ab8"/>
              </a:rPr>
              <a:t>Ensures that the ITC system is optimized for both desktop and mobile devices, providing a seamless experience for users on the go.</a:t>
            </a:r>
            <a:endParaRPr lang="en-US" b="1" i="0" dirty="0">
              <a:effectLst/>
              <a:latin typeface="var(--font-fk-grotesk)"/>
            </a:endParaRPr>
          </a:p>
        </p:txBody>
      </p:sp>
    </p:spTree>
    <p:extLst>
      <p:ext uri="{BB962C8B-B14F-4D97-AF65-F5344CB8AC3E}">
        <p14:creationId xmlns:p14="http://schemas.microsoft.com/office/powerpoint/2010/main" val="1735955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E5A86-80EE-70C2-4137-290A3490D597}"/>
              </a:ext>
            </a:extLst>
          </p:cNvPr>
          <p:cNvSpPr>
            <a:spLocks noGrp="1"/>
          </p:cNvSpPr>
          <p:nvPr>
            <p:ph type="title"/>
          </p:nvPr>
        </p:nvSpPr>
        <p:spPr/>
        <p:txBody>
          <a:bodyPr/>
          <a:lstStyle/>
          <a:p>
            <a:r>
              <a:rPr lang="en-US" dirty="0"/>
              <a:t>Non Functional Requirements</a:t>
            </a:r>
          </a:p>
        </p:txBody>
      </p:sp>
      <p:sp>
        <p:nvSpPr>
          <p:cNvPr id="3" name="Content Placeholder 2">
            <a:extLst>
              <a:ext uri="{FF2B5EF4-FFF2-40B4-BE49-F238E27FC236}">
                <a16:creationId xmlns:a16="http://schemas.microsoft.com/office/drawing/2014/main" id="{38546FAA-9B53-B89E-FEE5-836C354D95B0}"/>
              </a:ext>
            </a:extLst>
          </p:cNvPr>
          <p:cNvSpPr>
            <a:spLocks noGrp="1"/>
          </p:cNvSpPr>
          <p:nvPr>
            <p:ph idx="1"/>
          </p:nvPr>
        </p:nvSpPr>
        <p:spPr>
          <a:xfrm>
            <a:off x="1069848" y="1932723"/>
            <a:ext cx="10058400" cy="3263391"/>
          </a:xfrm>
        </p:spPr>
        <p:txBody>
          <a:bodyPr>
            <a:normAutofit lnSpcReduction="10000"/>
          </a:bodyPr>
          <a:lstStyle/>
          <a:p>
            <a:pPr algn="just">
              <a:lnSpc>
                <a:spcPct val="150000"/>
              </a:lnSpc>
            </a:pPr>
            <a:r>
              <a:rPr lang="en-US" sz="2400" b="1" dirty="0">
                <a:latin typeface="var(--font-fk-grotesk)"/>
              </a:rPr>
              <a:t>Performance:</a:t>
            </a:r>
            <a:r>
              <a:rPr lang="en-US" sz="2000" dirty="0">
                <a:latin typeface="var(--font-fk-grotesk)"/>
              </a:rPr>
              <a:t> The system should support at least 500 concurrent users without degradation of performance. </a:t>
            </a:r>
          </a:p>
          <a:p>
            <a:pPr algn="just">
              <a:lnSpc>
                <a:spcPct val="150000"/>
              </a:lnSpc>
            </a:pPr>
            <a:r>
              <a:rPr lang="en-US" sz="2400" b="1" dirty="0">
                <a:latin typeface="var(--font-fk-grotesk)"/>
              </a:rPr>
              <a:t>Security: </a:t>
            </a:r>
            <a:r>
              <a:rPr lang="en-US" sz="2000" dirty="0">
                <a:latin typeface="var(--font-fk-grotesk)"/>
              </a:rPr>
              <a:t>All user data must be encrypted, and secure access protocols must be implemented. </a:t>
            </a:r>
          </a:p>
          <a:p>
            <a:pPr algn="just">
              <a:lnSpc>
                <a:spcPct val="150000"/>
              </a:lnSpc>
            </a:pPr>
            <a:r>
              <a:rPr lang="en-US" sz="2400" b="1" dirty="0">
                <a:latin typeface="var(--font-fk-grotesk)"/>
              </a:rPr>
              <a:t>Usability: </a:t>
            </a:r>
            <a:r>
              <a:rPr lang="en-US" sz="2000" dirty="0">
                <a:latin typeface="var(--font-fk-grotesk)"/>
              </a:rPr>
              <a:t>Usability here refers to how easy and efficient it is for users to interact with the system.</a:t>
            </a:r>
            <a:endParaRPr lang="en-US" b="1" i="0" dirty="0">
              <a:effectLst/>
              <a:latin typeface="var(--font-fk-grotesk)"/>
            </a:endParaRPr>
          </a:p>
        </p:txBody>
      </p:sp>
    </p:spTree>
    <p:extLst>
      <p:ext uri="{BB962C8B-B14F-4D97-AF65-F5344CB8AC3E}">
        <p14:creationId xmlns:p14="http://schemas.microsoft.com/office/powerpoint/2010/main" val="32782007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E5A86-80EE-70C2-4137-290A3490D597}"/>
              </a:ext>
            </a:extLst>
          </p:cNvPr>
          <p:cNvSpPr>
            <a:spLocks noGrp="1"/>
          </p:cNvSpPr>
          <p:nvPr>
            <p:ph type="title"/>
          </p:nvPr>
        </p:nvSpPr>
        <p:spPr>
          <a:xfrm>
            <a:off x="1066800" y="163721"/>
            <a:ext cx="10058400" cy="1609344"/>
          </a:xfrm>
        </p:spPr>
        <p:txBody>
          <a:bodyPr/>
          <a:lstStyle/>
          <a:p>
            <a:r>
              <a:rPr lang="en-US" dirty="0"/>
              <a:t>Task Management</a:t>
            </a:r>
          </a:p>
        </p:txBody>
      </p:sp>
      <p:sp>
        <p:nvSpPr>
          <p:cNvPr id="3" name="Content Placeholder 2">
            <a:extLst>
              <a:ext uri="{FF2B5EF4-FFF2-40B4-BE49-F238E27FC236}">
                <a16:creationId xmlns:a16="http://schemas.microsoft.com/office/drawing/2014/main" id="{38546FAA-9B53-B89E-FEE5-836C354D95B0}"/>
              </a:ext>
            </a:extLst>
          </p:cNvPr>
          <p:cNvSpPr>
            <a:spLocks noGrp="1"/>
          </p:cNvSpPr>
          <p:nvPr>
            <p:ph idx="1"/>
          </p:nvPr>
        </p:nvSpPr>
        <p:spPr>
          <a:xfrm>
            <a:off x="1066800" y="1773065"/>
            <a:ext cx="10058400" cy="2189335"/>
          </a:xfrm>
        </p:spPr>
        <p:txBody>
          <a:bodyPr>
            <a:normAutofit lnSpcReduction="10000"/>
          </a:bodyPr>
          <a:lstStyle/>
          <a:p>
            <a:pPr marL="0" indent="0">
              <a:lnSpc>
                <a:spcPct val="150000"/>
              </a:lnSpc>
              <a:buNone/>
            </a:pPr>
            <a:r>
              <a:rPr lang="en-US" dirty="0">
                <a:latin typeface="__fkGroteskNeue_598ab8"/>
              </a:rPr>
              <a:t>Task management in the ITC project uses an agile approach, which means the team works in small steps and gets feedback along the way. Tasks are prioritized based on how important they are for the overall project goals. This helps keep the project on track and allows it to adapt to any changes or new requirements that come up.</a:t>
            </a:r>
            <a:br>
              <a:rPr lang="en-US" b="0" i="0" dirty="0">
                <a:effectLst/>
                <a:latin typeface="__fkGroteskNeue_598ab8"/>
              </a:rPr>
            </a:br>
            <a:endParaRPr lang="en-US" b="1" i="0" dirty="0">
              <a:effectLst/>
              <a:latin typeface="var(--font-fk-grotesk)"/>
            </a:endParaRPr>
          </a:p>
        </p:txBody>
      </p:sp>
      <p:pic>
        <p:nvPicPr>
          <p:cNvPr id="5" name="Picture 4">
            <a:extLst>
              <a:ext uri="{FF2B5EF4-FFF2-40B4-BE49-F238E27FC236}">
                <a16:creationId xmlns:a16="http://schemas.microsoft.com/office/drawing/2014/main" id="{598D662B-717D-534A-2819-28C268E77B06}"/>
              </a:ext>
            </a:extLst>
          </p:cNvPr>
          <p:cNvPicPr>
            <a:picLocks noChangeAspect="1"/>
          </p:cNvPicPr>
          <p:nvPr/>
        </p:nvPicPr>
        <p:blipFill>
          <a:blip r:embed="rId2"/>
          <a:stretch>
            <a:fillRect/>
          </a:stretch>
        </p:blipFill>
        <p:spPr>
          <a:xfrm>
            <a:off x="4883149" y="3585609"/>
            <a:ext cx="5334907" cy="2966532"/>
          </a:xfrm>
          <a:prstGeom prst="rect">
            <a:avLst/>
          </a:prstGeom>
        </p:spPr>
      </p:pic>
    </p:spTree>
    <p:extLst>
      <p:ext uri="{BB962C8B-B14F-4D97-AF65-F5344CB8AC3E}">
        <p14:creationId xmlns:p14="http://schemas.microsoft.com/office/powerpoint/2010/main" val="684836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E5A86-80EE-70C2-4137-290A3490D597}"/>
              </a:ext>
            </a:extLst>
          </p:cNvPr>
          <p:cNvSpPr>
            <a:spLocks noGrp="1"/>
          </p:cNvSpPr>
          <p:nvPr>
            <p:ph type="title"/>
          </p:nvPr>
        </p:nvSpPr>
        <p:spPr>
          <a:xfrm>
            <a:off x="1066800" y="163721"/>
            <a:ext cx="10058400" cy="1609344"/>
          </a:xfrm>
        </p:spPr>
        <p:txBody>
          <a:bodyPr/>
          <a:lstStyle/>
          <a:p>
            <a:r>
              <a:rPr lang="en-US" dirty="0"/>
              <a:t>Task Management</a:t>
            </a:r>
          </a:p>
        </p:txBody>
      </p:sp>
      <p:sp>
        <p:nvSpPr>
          <p:cNvPr id="3" name="Content Placeholder 2">
            <a:extLst>
              <a:ext uri="{FF2B5EF4-FFF2-40B4-BE49-F238E27FC236}">
                <a16:creationId xmlns:a16="http://schemas.microsoft.com/office/drawing/2014/main" id="{38546FAA-9B53-B89E-FEE5-836C354D95B0}"/>
              </a:ext>
            </a:extLst>
          </p:cNvPr>
          <p:cNvSpPr>
            <a:spLocks noGrp="1"/>
          </p:cNvSpPr>
          <p:nvPr>
            <p:ph idx="1"/>
          </p:nvPr>
        </p:nvSpPr>
        <p:spPr>
          <a:xfrm>
            <a:off x="1066800" y="1773065"/>
            <a:ext cx="4776109" cy="3713335"/>
          </a:xfrm>
        </p:spPr>
        <p:txBody>
          <a:bodyPr>
            <a:normAutofit/>
          </a:bodyPr>
          <a:lstStyle/>
          <a:p>
            <a:pPr marL="0" indent="0">
              <a:lnSpc>
                <a:spcPct val="150000"/>
              </a:lnSpc>
              <a:buNone/>
            </a:pPr>
            <a:r>
              <a:rPr lang="en-US" sz="2400" b="1" dirty="0">
                <a:latin typeface="Aptos" panose="020B0004020202020204" pitchFamily="34" charset="0"/>
              </a:rPr>
              <a:t>Project Milestones:</a:t>
            </a:r>
          </a:p>
          <a:p>
            <a:pPr marL="347663" indent="-182563">
              <a:lnSpc>
                <a:spcPct val="110000"/>
              </a:lnSpc>
            </a:pPr>
            <a:r>
              <a:rPr lang="en-US" dirty="0">
                <a:latin typeface="Aptos" panose="020B0004020202020204" pitchFamily="34" charset="0"/>
              </a:rPr>
              <a:t>Planning: Completed</a:t>
            </a:r>
          </a:p>
          <a:p>
            <a:pPr marL="347663" indent="-182563">
              <a:lnSpc>
                <a:spcPct val="110000"/>
              </a:lnSpc>
            </a:pPr>
            <a:r>
              <a:rPr lang="en-US" b="0" i="0" dirty="0">
                <a:effectLst/>
                <a:latin typeface="Aptos" panose="020B0004020202020204" pitchFamily="34" charset="0"/>
              </a:rPr>
              <a:t>Requirement Analysis: SRS Completed</a:t>
            </a:r>
          </a:p>
          <a:p>
            <a:pPr marL="347663" indent="-182563">
              <a:lnSpc>
                <a:spcPct val="110000"/>
              </a:lnSpc>
            </a:pPr>
            <a:r>
              <a:rPr lang="en-US" b="0" i="0" dirty="0">
                <a:effectLst/>
                <a:latin typeface="Aptos" panose="020B0004020202020204" pitchFamily="34" charset="0"/>
              </a:rPr>
              <a:t>Designing: SDR Completed</a:t>
            </a:r>
          </a:p>
          <a:p>
            <a:pPr marL="347663" indent="-182563">
              <a:lnSpc>
                <a:spcPct val="110000"/>
              </a:lnSpc>
            </a:pPr>
            <a:r>
              <a:rPr lang="en-US" b="0" i="0" dirty="0">
                <a:effectLst/>
                <a:latin typeface="Aptos" panose="020B0004020202020204" pitchFamily="34" charset="0"/>
              </a:rPr>
              <a:t>Implementation: 10%</a:t>
            </a:r>
          </a:p>
          <a:p>
            <a:pPr marL="347663" indent="-182563">
              <a:lnSpc>
                <a:spcPct val="110000"/>
              </a:lnSpc>
            </a:pPr>
            <a:r>
              <a:rPr lang="en-US" b="0" i="0" dirty="0">
                <a:effectLst/>
                <a:latin typeface="Aptos" panose="020B0004020202020204" pitchFamily="34" charset="0"/>
              </a:rPr>
              <a:t>Testing: Pending</a:t>
            </a:r>
          </a:p>
          <a:p>
            <a:pPr marL="347663" indent="-182563">
              <a:lnSpc>
                <a:spcPct val="110000"/>
              </a:lnSpc>
            </a:pPr>
            <a:r>
              <a:rPr lang="en-US" b="0" i="0" dirty="0">
                <a:effectLst/>
                <a:latin typeface="Aptos" panose="020B0004020202020204" pitchFamily="34" charset="0"/>
              </a:rPr>
              <a:t>Deployment: Pending</a:t>
            </a:r>
          </a:p>
        </p:txBody>
      </p:sp>
      <p:pic>
        <p:nvPicPr>
          <p:cNvPr id="5" name="Picture 4">
            <a:extLst>
              <a:ext uri="{FF2B5EF4-FFF2-40B4-BE49-F238E27FC236}">
                <a16:creationId xmlns:a16="http://schemas.microsoft.com/office/drawing/2014/main" id="{598D662B-717D-534A-2819-28C268E77B06}"/>
              </a:ext>
            </a:extLst>
          </p:cNvPr>
          <p:cNvPicPr>
            <a:picLocks noChangeAspect="1"/>
          </p:cNvPicPr>
          <p:nvPr/>
        </p:nvPicPr>
        <p:blipFill>
          <a:blip r:embed="rId2"/>
          <a:stretch>
            <a:fillRect/>
          </a:stretch>
        </p:blipFill>
        <p:spPr>
          <a:xfrm>
            <a:off x="6226630" y="1669143"/>
            <a:ext cx="5954780" cy="3311219"/>
          </a:xfrm>
          <a:prstGeom prst="rect">
            <a:avLst/>
          </a:prstGeom>
        </p:spPr>
      </p:pic>
    </p:spTree>
    <p:extLst>
      <p:ext uri="{BB962C8B-B14F-4D97-AF65-F5344CB8AC3E}">
        <p14:creationId xmlns:p14="http://schemas.microsoft.com/office/powerpoint/2010/main" val="3626752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E5A86-80EE-70C2-4137-290A3490D597}"/>
              </a:ext>
            </a:extLst>
          </p:cNvPr>
          <p:cNvSpPr>
            <a:spLocks noGrp="1"/>
          </p:cNvSpPr>
          <p:nvPr>
            <p:ph type="title"/>
          </p:nvPr>
        </p:nvSpPr>
        <p:spPr>
          <a:xfrm>
            <a:off x="1066800" y="163721"/>
            <a:ext cx="10058400" cy="1609344"/>
          </a:xfrm>
        </p:spPr>
        <p:txBody>
          <a:bodyPr/>
          <a:lstStyle/>
          <a:p>
            <a:r>
              <a:rPr lang="en-US" dirty="0"/>
              <a:t>User Roles &amp; Responsibilities:</a:t>
            </a:r>
          </a:p>
        </p:txBody>
      </p:sp>
      <p:sp>
        <p:nvSpPr>
          <p:cNvPr id="3" name="Content Placeholder 2">
            <a:extLst>
              <a:ext uri="{FF2B5EF4-FFF2-40B4-BE49-F238E27FC236}">
                <a16:creationId xmlns:a16="http://schemas.microsoft.com/office/drawing/2014/main" id="{38546FAA-9B53-B89E-FEE5-836C354D95B0}"/>
              </a:ext>
            </a:extLst>
          </p:cNvPr>
          <p:cNvSpPr>
            <a:spLocks noGrp="1"/>
          </p:cNvSpPr>
          <p:nvPr>
            <p:ph idx="1"/>
          </p:nvPr>
        </p:nvSpPr>
        <p:spPr>
          <a:xfrm>
            <a:off x="595086" y="1773065"/>
            <a:ext cx="10900228" cy="4511621"/>
          </a:xfrm>
        </p:spPr>
        <p:txBody>
          <a:bodyPr>
            <a:normAutofit/>
          </a:bodyPr>
          <a:lstStyle/>
          <a:p>
            <a:pPr marL="0" indent="0">
              <a:lnSpc>
                <a:spcPct val="150000"/>
              </a:lnSpc>
              <a:buNone/>
            </a:pPr>
            <a:r>
              <a:rPr lang="en-US" sz="2400" b="1" dirty="0">
                <a:latin typeface="Aptos" panose="020B0004020202020204" pitchFamily="34" charset="0"/>
              </a:rPr>
              <a:t>Administrators:</a:t>
            </a:r>
          </a:p>
          <a:p>
            <a:pPr marL="347663" indent="-182563">
              <a:lnSpc>
                <a:spcPct val="110000"/>
              </a:lnSpc>
            </a:pPr>
            <a:r>
              <a:rPr lang="en-US" sz="1800" dirty="0">
                <a:latin typeface="Aptos" panose="020B0004020202020204" pitchFamily="34" charset="0"/>
              </a:rPr>
              <a:t>Manage student accounts (create, update, delete).</a:t>
            </a:r>
          </a:p>
          <a:p>
            <a:pPr marL="347663" indent="-182563">
              <a:lnSpc>
                <a:spcPct val="110000"/>
              </a:lnSpc>
            </a:pPr>
            <a:r>
              <a:rPr lang="en-US" sz="1800" dirty="0">
                <a:latin typeface="Aptos" panose="020B0004020202020204" pitchFamily="34" charset="0"/>
              </a:rPr>
              <a:t>Approve course creation requests from teachers.</a:t>
            </a:r>
          </a:p>
          <a:p>
            <a:pPr marL="347663" indent="-182563">
              <a:lnSpc>
                <a:spcPct val="110000"/>
              </a:lnSpc>
            </a:pPr>
            <a:r>
              <a:rPr lang="en-US" sz="1800" dirty="0">
                <a:latin typeface="Aptos" panose="020B0004020202020204" pitchFamily="34" charset="0"/>
              </a:rPr>
              <a:t>Export reports on attendance and performance metrics.</a:t>
            </a:r>
          </a:p>
          <a:p>
            <a:pPr marL="0" indent="0">
              <a:lnSpc>
                <a:spcPct val="150000"/>
              </a:lnSpc>
              <a:buNone/>
            </a:pPr>
            <a:r>
              <a:rPr lang="en-US" sz="2400" b="1" dirty="0">
                <a:latin typeface="Aptos" panose="020B0004020202020204" pitchFamily="34" charset="0"/>
              </a:rPr>
              <a:t>Teachers:</a:t>
            </a:r>
          </a:p>
          <a:p>
            <a:pPr marL="347663" indent="-182563">
              <a:lnSpc>
                <a:spcPct val="110000"/>
              </a:lnSpc>
            </a:pPr>
            <a:r>
              <a:rPr lang="en-US" sz="1800" dirty="0">
                <a:latin typeface="Aptos" panose="020B0004020202020204" pitchFamily="34" charset="0"/>
              </a:rPr>
              <a:t>Create courses with unique class codes. </a:t>
            </a:r>
          </a:p>
          <a:p>
            <a:pPr marL="347663" indent="-182563">
              <a:lnSpc>
                <a:spcPct val="110000"/>
              </a:lnSpc>
            </a:pPr>
            <a:r>
              <a:rPr lang="en-US" sz="1800" dirty="0">
                <a:latin typeface="Aptos" panose="020B0004020202020204" pitchFamily="34" charset="0"/>
              </a:rPr>
              <a:t>Take attendance during classes. </a:t>
            </a:r>
          </a:p>
          <a:p>
            <a:pPr marL="347663" indent="-182563">
              <a:lnSpc>
                <a:spcPct val="110000"/>
              </a:lnSpc>
            </a:pPr>
            <a:r>
              <a:rPr lang="en-US" sz="1800" dirty="0">
                <a:latin typeface="Aptos" panose="020B0004020202020204" pitchFamily="34" charset="0"/>
              </a:rPr>
              <a:t>Upload course materials such as presentations and documents. </a:t>
            </a:r>
          </a:p>
          <a:p>
            <a:pPr marL="347663" indent="-182563">
              <a:lnSpc>
                <a:spcPct val="110000"/>
              </a:lnSpc>
            </a:pPr>
            <a:r>
              <a:rPr lang="en-US" sz="1800" dirty="0">
                <a:latin typeface="Aptos" panose="020B0004020202020204" pitchFamily="34" charset="0"/>
              </a:rPr>
              <a:t>Utilize the Auto Question Paper Generator module to create assessments based on uploaded materials.</a:t>
            </a:r>
          </a:p>
        </p:txBody>
      </p:sp>
    </p:spTree>
    <p:extLst>
      <p:ext uri="{BB962C8B-B14F-4D97-AF65-F5344CB8AC3E}">
        <p14:creationId xmlns:p14="http://schemas.microsoft.com/office/powerpoint/2010/main" val="3809610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E5A86-80EE-70C2-4137-290A3490D597}"/>
              </a:ext>
            </a:extLst>
          </p:cNvPr>
          <p:cNvSpPr>
            <a:spLocks noGrp="1"/>
          </p:cNvSpPr>
          <p:nvPr>
            <p:ph type="title"/>
          </p:nvPr>
        </p:nvSpPr>
        <p:spPr>
          <a:xfrm>
            <a:off x="1066800" y="163721"/>
            <a:ext cx="10058400" cy="1609344"/>
          </a:xfrm>
        </p:spPr>
        <p:txBody>
          <a:bodyPr/>
          <a:lstStyle/>
          <a:p>
            <a:r>
              <a:rPr lang="en-US" dirty="0"/>
              <a:t>User Roles &amp; Responsibilities:</a:t>
            </a:r>
          </a:p>
        </p:txBody>
      </p:sp>
      <p:sp>
        <p:nvSpPr>
          <p:cNvPr id="3" name="Content Placeholder 2">
            <a:extLst>
              <a:ext uri="{FF2B5EF4-FFF2-40B4-BE49-F238E27FC236}">
                <a16:creationId xmlns:a16="http://schemas.microsoft.com/office/drawing/2014/main" id="{38546FAA-9B53-B89E-FEE5-836C354D95B0}"/>
              </a:ext>
            </a:extLst>
          </p:cNvPr>
          <p:cNvSpPr>
            <a:spLocks noGrp="1"/>
          </p:cNvSpPr>
          <p:nvPr>
            <p:ph idx="1"/>
          </p:nvPr>
        </p:nvSpPr>
        <p:spPr>
          <a:xfrm>
            <a:off x="595086" y="1773066"/>
            <a:ext cx="10900228" cy="2218364"/>
          </a:xfrm>
        </p:spPr>
        <p:txBody>
          <a:bodyPr>
            <a:normAutofit/>
          </a:bodyPr>
          <a:lstStyle/>
          <a:p>
            <a:pPr marL="0" indent="0">
              <a:lnSpc>
                <a:spcPct val="150000"/>
              </a:lnSpc>
              <a:buNone/>
            </a:pPr>
            <a:r>
              <a:rPr lang="en-US" sz="2400" b="1" dirty="0">
                <a:latin typeface="Aptos" panose="020B0004020202020204" pitchFamily="34" charset="0"/>
              </a:rPr>
              <a:t>Students:</a:t>
            </a:r>
          </a:p>
          <a:p>
            <a:pPr marL="347663" indent="-182563">
              <a:lnSpc>
                <a:spcPct val="110000"/>
              </a:lnSpc>
            </a:pPr>
            <a:r>
              <a:rPr lang="en-US" sz="1800" dirty="0">
                <a:latin typeface="Aptos" panose="020B0004020202020204" pitchFamily="34" charset="0"/>
              </a:rPr>
              <a:t>Register for courses using class codes provided by teachers.</a:t>
            </a:r>
          </a:p>
          <a:p>
            <a:pPr marL="347663" indent="-182563">
              <a:lnSpc>
                <a:spcPct val="110000"/>
              </a:lnSpc>
            </a:pPr>
            <a:r>
              <a:rPr lang="en-US" sz="1800" dirty="0">
                <a:latin typeface="Aptos" panose="020B0004020202020204" pitchFamily="34" charset="0"/>
              </a:rPr>
              <a:t>Access uploaded course materials.</a:t>
            </a:r>
          </a:p>
          <a:p>
            <a:pPr marL="347663" indent="-182563">
              <a:lnSpc>
                <a:spcPct val="110000"/>
              </a:lnSpc>
            </a:pPr>
            <a:r>
              <a:rPr lang="en-US" sz="1800" dirty="0">
                <a:latin typeface="Aptos" panose="020B0004020202020204" pitchFamily="34" charset="0"/>
              </a:rPr>
              <a:t>View their attendance records.</a:t>
            </a:r>
          </a:p>
        </p:txBody>
      </p:sp>
    </p:spTree>
    <p:extLst>
      <p:ext uri="{BB962C8B-B14F-4D97-AF65-F5344CB8AC3E}">
        <p14:creationId xmlns:p14="http://schemas.microsoft.com/office/powerpoint/2010/main" val="20781061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E5A86-80EE-70C2-4137-290A3490D597}"/>
              </a:ext>
            </a:extLst>
          </p:cNvPr>
          <p:cNvSpPr>
            <a:spLocks noGrp="1"/>
          </p:cNvSpPr>
          <p:nvPr>
            <p:ph type="title"/>
          </p:nvPr>
        </p:nvSpPr>
        <p:spPr>
          <a:xfrm>
            <a:off x="1066800" y="163721"/>
            <a:ext cx="10058400" cy="1609344"/>
          </a:xfrm>
        </p:spPr>
        <p:txBody>
          <a:bodyPr/>
          <a:lstStyle/>
          <a:p>
            <a:r>
              <a:rPr lang="en-US" dirty="0"/>
              <a:t>TOOLS AND TECHNOLOGIES</a:t>
            </a:r>
          </a:p>
        </p:txBody>
      </p:sp>
      <p:sp>
        <p:nvSpPr>
          <p:cNvPr id="6" name="Content Placeholder 5">
            <a:extLst>
              <a:ext uri="{FF2B5EF4-FFF2-40B4-BE49-F238E27FC236}">
                <a16:creationId xmlns:a16="http://schemas.microsoft.com/office/drawing/2014/main" id="{DB5C8EE4-F822-4FCE-D6F7-0664C9D0D251}"/>
              </a:ext>
            </a:extLst>
          </p:cNvPr>
          <p:cNvSpPr>
            <a:spLocks noGrp="1"/>
          </p:cNvSpPr>
          <p:nvPr>
            <p:ph idx="1"/>
          </p:nvPr>
        </p:nvSpPr>
        <p:spPr>
          <a:xfrm>
            <a:off x="1069848" y="1656951"/>
            <a:ext cx="10058400" cy="2407049"/>
          </a:xfrm>
        </p:spPr>
        <p:txBody>
          <a:bodyPr/>
          <a:lstStyle/>
          <a:p>
            <a:r>
              <a:rPr lang="en-US" dirty="0"/>
              <a:t>Development Tool: VS Code</a:t>
            </a:r>
          </a:p>
          <a:p>
            <a:r>
              <a:rPr lang="en-US" dirty="0"/>
              <a:t>Database Management System: MYSQL</a:t>
            </a:r>
          </a:p>
          <a:p>
            <a:r>
              <a:rPr lang="en-US" dirty="0"/>
              <a:t>Design Work: Figma</a:t>
            </a:r>
          </a:p>
          <a:p>
            <a:r>
              <a:rPr lang="en-US" dirty="0"/>
              <a:t>Font-end-Development: React JS, Tailwind CSS</a:t>
            </a:r>
          </a:p>
          <a:p>
            <a:r>
              <a:rPr lang="en-US" dirty="0"/>
              <a:t>Back-end-Development: Node JS, Express</a:t>
            </a:r>
          </a:p>
        </p:txBody>
      </p:sp>
      <p:pic>
        <p:nvPicPr>
          <p:cNvPr id="1026" name="Picture 2" descr="My view of Tailwind CSS">
            <a:extLst>
              <a:ext uri="{FF2B5EF4-FFF2-40B4-BE49-F238E27FC236}">
                <a16:creationId xmlns:a16="http://schemas.microsoft.com/office/drawing/2014/main" id="{D4ADAD29-0556-F93D-4F20-B9147205CD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785" t="13487" r="25151" b="13335"/>
          <a:stretch/>
        </p:blipFill>
        <p:spPr bwMode="auto">
          <a:xfrm>
            <a:off x="3975557" y="4649216"/>
            <a:ext cx="1684562" cy="147813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hat React Is: The Basics Of React - Designveloper">
            <a:extLst>
              <a:ext uri="{FF2B5EF4-FFF2-40B4-BE49-F238E27FC236}">
                <a16:creationId xmlns:a16="http://schemas.microsoft.com/office/drawing/2014/main" id="{2F206E60-AB50-9473-A0B9-7A41B873983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929" r="7440" b="19609"/>
          <a:stretch/>
        </p:blipFill>
        <p:spPr bwMode="auto">
          <a:xfrm>
            <a:off x="681265" y="4870438"/>
            <a:ext cx="2975430" cy="125691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NodeJS Logo PNG vector in SVG, PDF, AI, CDR format">
            <a:extLst>
              <a:ext uri="{FF2B5EF4-FFF2-40B4-BE49-F238E27FC236}">
                <a16:creationId xmlns:a16="http://schemas.microsoft.com/office/drawing/2014/main" id="{8C453394-A4C9-6163-7A7C-A5A0B84EE38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963" t="28880" r="2315" b="32242"/>
          <a:stretch/>
        </p:blipFill>
        <p:spPr bwMode="auto">
          <a:xfrm>
            <a:off x="5978981" y="3843569"/>
            <a:ext cx="3730172" cy="113715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What is exactly ExpressJS?. Express.js is a Node js web application… | by  Heshan Rathnapala | Medium">
            <a:extLst>
              <a:ext uri="{FF2B5EF4-FFF2-40B4-BE49-F238E27FC236}">
                <a16:creationId xmlns:a16="http://schemas.microsoft.com/office/drawing/2014/main" id="{6BE5CB08-7C6B-1540-AF8C-4DD522C9FD6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995" t="18814" r="6734" b="18728"/>
          <a:stretch/>
        </p:blipFill>
        <p:spPr bwMode="auto">
          <a:xfrm>
            <a:off x="6037943" y="5366805"/>
            <a:ext cx="3628571" cy="1137155"/>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3D1AC588-6A54-C4C6-C6FF-0A5C8BAD553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65421" y="2558936"/>
            <a:ext cx="2602466" cy="1344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68293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E1EE66-6339-27A5-9522-00C9CB4019F2}"/>
              </a:ext>
            </a:extLst>
          </p:cNvPr>
          <p:cNvSpPr txBox="1"/>
          <p:nvPr/>
        </p:nvSpPr>
        <p:spPr>
          <a:xfrm>
            <a:off x="3998686" y="3734053"/>
            <a:ext cx="4194629" cy="1015663"/>
          </a:xfrm>
          <a:prstGeom prst="rect">
            <a:avLst/>
          </a:prstGeom>
          <a:noFill/>
        </p:spPr>
        <p:txBody>
          <a:bodyPr wrap="square" rtlCol="0">
            <a:spAutoFit/>
          </a:bodyPr>
          <a:lstStyle/>
          <a:p>
            <a:pPr algn="ctr"/>
            <a:r>
              <a:rPr lang="en-US" sz="6000" b="1" dirty="0"/>
              <a:t>THE END</a:t>
            </a:r>
          </a:p>
        </p:txBody>
      </p:sp>
      <p:pic>
        <p:nvPicPr>
          <p:cNvPr id="1026" name="Picture 2" descr="End Vector Icons free download in SVG, PNG Format">
            <a:extLst>
              <a:ext uri="{FF2B5EF4-FFF2-40B4-BE49-F238E27FC236}">
                <a16:creationId xmlns:a16="http://schemas.microsoft.com/office/drawing/2014/main" id="{20055149-DA6C-7BF1-C15B-CDD42B3D91A3}"/>
              </a:ext>
            </a:extLst>
          </p:cNvPr>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188857" y="2108284"/>
            <a:ext cx="1814286" cy="1814286"/>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84519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Project Management Infographics by Slidesgo">
  <a:themeElements>
    <a:clrScheme name="Simple Light">
      <a:dk1>
        <a:srgbClr val="000000"/>
      </a:dk1>
      <a:lt1>
        <a:srgbClr val="FFFFFF"/>
      </a:lt1>
      <a:dk2>
        <a:srgbClr val="595959"/>
      </a:dk2>
      <a:lt2>
        <a:srgbClr val="EEEEEE"/>
      </a:lt2>
      <a:accent1>
        <a:srgbClr val="FBB831"/>
      </a:accent1>
      <a:accent2>
        <a:srgbClr val="FB8569"/>
      </a:accent2>
      <a:accent3>
        <a:srgbClr val="FB569C"/>
      </a:accent3>
      <a:accent4>
        <a:srgbClr val="E850E0"/>
      </a:accent4>
      <a:accent5>
        <a:srgbClr val="8225E2"/>
      </a:accent5>
      <a:accent6>
        <a:srgbClr val="9C27B0"/>
      </a:accent6>
      <a:hlink>
        <a:srgbClr val="FBB8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TM03457464[[fn=Dividend]]</Template>
  <TotalTime>351</TotalTime>
  <Words>836</Words>
  <Application>Microsoft Office PowerPoint</Application>
  <PresentationFormat>Widescreen</PresentationFormat>
  <Paragraphs>101</Paragraphs>
  <Slides>17</Slides>
  <Notes>1</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17</vt:i4>
      </vt:variant>
    </vt:vector>
  </HeadingPairs>
  <TitlesOfParts>
    <vt:vector size="32" baseType="lpstr">
      <vt:lpstr>__fkGroteskNeue_598ab8</vt:lpstr>
      <vt:lpstr>Aptos</vt:lpstr>
      <vt:lpstr>Arial</vt:lpstr>
      <vt:lpstr>Fira Sans Extra Condensed Medium</vt:lpstr>
      <vt:lpstr>Fira Sans Extra Condensed SemiBold</vt:lpstr>
      <vt:lpstr>Georgia</vt:lpstr>
      <vt:lpstr>Georgia Pro Light</vt:lpstr>
      <vt:lpstr>Roboto</vt:lpstr>
      <vt:lpstr>Rockwell</vt:lpstr>
      <vt:lpstr>Rockwell Condensed</vt:lpstr>
      <vt:lpstr>Times New Roman</vt:lpstr>
      <vt:lpstr>var(--font-fk-grotesk)</vt:lpstr>
      <vt:lpstr>Wingdings</vt:lpstr>
      <vt:lpstr>Wood Type</vt:lpstr>
      <vt:lpstr>Project Management Infographics by Slidesgo</vt:lpstr>
      <vt:lpstr>Info Tech Classroom</vt:lpstr>
      <vt:lpstr>Problem Statement</vt:lpstr>
      <vt:lpstr>Proposed Solution</vt:lpstr>
      <vt:lpstr>PowerPoint Presentation</vt:lpstr>
      <vt:lpstr>Related System Analysis</vt:lpstr>
      <vt:lpstr>Project Scope</vt:lpstr>
      <vt:lpstr>Modules</vt:lpstr>
      <vt:lpstr>Modules</vt:lpstr>
      <vt:lpstr>Modules</vt:lpstr>
      <vt:lpstr>Modules</vt:lpstr>
      <vt:lpstr>Non Functional Requirements</vt:lpstr>
      <vt:lpstr>Task Management</vt:lpstr>
      <vt:lpstr>Task Management</vt:lpstr>
      <vt:lpstr>User Roles &amp; Responsibilities:</vt:lpstr>
      <vt:lpstr>User Roles &amp; Responsibilities:</vt:lpstr>
      <vt:lpstr>TOOLS AND TECHNOLOGIES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29</cp:revision>
  <dcterms:created xsi:type="dcterms:W3CDTF">2024-08-26T15:37:31Z</dcterms:created>
  <dcterms:modified xsi:type="dcterms:W3CDTF">2024-11-12T07:31:17Z</dcterms:modified>
</cp:coreProperties>
</file>